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ptos" charset="1" panose="020B0004020202020204"/>
      <p:regular r:id="rId17"/>
    </p:embeddedFont>
    <p:embeddedFont>
      <p:font typeface="Aptos Bold" charset="1" panose="020B0004020202020204"/>
      <p:regular r:id="rId18"/>
    </p:embeddedFont>
    <p:embeddedFont>
      <p:font typeface="Lato Bold" charset="1" panose="020F0502020204030203"/>
      <p:regular r:id="rId19"/>
    </p:embeddedFont>
    <p:embeddedFont>
      <p:font typeface="Lato" charset="1" panose="020F0502020204030203"/>
      <p:regular r:id="rId20"/>
    </p:embeddedFont>
    <p:embeddedFont>
      <p:font typeface="Libra Serif Modern Bold" charset="1" panose="02000803080000020004"/>
      <p:regular r:id="rId21"/>
    </p:embeddedFont>
    <p:embeddedFont>
      <p:font typeface="Canva Sans Bold" charset="1" panose="020B08030305010401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https://e-booking00.github.io/E-Booking/#booking-history"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https://drive.google.com/file/d/1DJ8xmLhADITFvreV73cHDFqjPSwh-_iX/view?usp=drivesdk"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https://drive.google.com/file/d/1lmgF6yDv0hxulK1we2m8QG7IEN_dA2Wg/view?usp=drivesdk" TargetMode="External" Type="http://schemas.openxmlformats.org/officeDocument/2006/relationships/hyperlink"/><Relationship Id="rId3" Target="https://drive.google.com/file/d/1lmgF6yDv0hxulK1we2m8QG7IEN_dA2Wg/view?usp=drivesdk" TargetMode="External" Type="http://schemas.openxmlformats.org/officeDocument/2006/relationships/hyperlink"/><Relationship Id="rId4" Target="https://drive.google.com/file/d/1lmgF6yDv0hxulK1we2m8QG7IEN_dA2Wg/view?usp=drivesdk"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4E6"/>
        </a:solidFill>
      </p:bgPr>
    </p:bg>
    <p:spTree>
      <p:nvGrpSpPr>
        <p:cNvPr id="1" name=""/>
        <p:cNvGrpSpPr/>
        <p:nvPr/>
      </p:nvGrpSpPr>
      <p:grpSpPr>
        <a:xfrm>
          <a:off x="0" y="0"/>
          <a:ext cx="0" cy="0"/>
          <a:chOff x="0" y="0"/>
          <a:chExt cx="0" cy="0"/>
        </a:xfrm>
      </p:grpSpPr>
      <p:sp>
        <p:nvSpPr>
          <p:cNvPr name="Freeform 2" id="2"/>
          <p:cNvSpPr/>
          <p:nvPr/>
        </p:nvSpPr>
        <p:spPr>
          <a:xfrm flipH="false" flipV="false" rot="-2295787">
            <a:off x="-3579176" y="108172"/>
            <a:ext cx="17103134" cy="5157664"/>
          </a:xfrm>
          <a:custGeom>
            <a:avLst/>
            <a:gdLst/>
            <a:ahLst/>
            <a:cxnLst/>
            <a:rect r="r" b="b" t="t" l="l"/>
            <a:pathLst>
              <a:path h="5157664" w="17103134">
                <a:moveTo>
                  <a:pt x="0" y="0"/>
                </a:moveTo>
                <a:lnTo>
                  <a:pt x="17103133" y="0"/>
                </a:lnTo>
                <a:lnTo>
                  <a:pt x="17103133" y="5157663"/>
                </a:lnTo>
                <a:lnTo>
                  <a:pt x="0" y="5157663"/>
                </a:lnTo>
                <a:lnTo>
                  <a:pt x="0" y="0"/>
                </a:lnTo>
                <a:close/>
              </a:path>
            </a:pathLst>
          </a:custGeom>
          <a:blipFill>
            <a:blip r:embed="rId2"/>
            <a:stretch>
              <a:fillRect l="0" t="0" r="0" b="0"/>
            </a:stretch>
          </a:blipFill>
        </p:spPr>
      </p:sp>
      <p:sp>
        <p:nvSpPr>
          <p:cNvPr name="Freeform 3" id="3"/>
          <p:cNvSpPr/>
          <p:nvPr/>
        </p:nvSpPr>
        <p:spPr>
          <a:xfrm flipH="false" flipV="false" rot="0">
            <a:off x="4842103" y="755840"/>
            <a:ext cx="9856185" cy="2269037"/>
          </a:xfrm>
          <a:custGeom>
            <a:avLst/>
            <a:gdLst/>
            <a:ahLst/>
            <a:cxnLst/>
            <a:rect r="r" b="b" t="t" l="l"/>
            <a:pathLst>
              <a:path h="2269037" w="9856185">
                <a:moveTo>
                  <a:pt x="0" y="0"/>
                </a:moveTo>
                <a:lnTo>
                  <a:pt x="9856185" y="0"/>
                </a:lnTo>
                <a:lnTo>
                  <a:pt x="9856185" y="2269037"/>
                </a:lnTo>
                <a:lnTo>
                  <a:pt x="0" y="2269037"/>
                </a:lnTo>
                <a:lnTo>
                  <a:pt x="0" y="0"/>
                </a:lnTo>
                <a:close/>
              </a:path>
            </a:pathLst>
          </a:custGeom>
          <a:blipFill>
            <a:blip r:embed="rId3"/>
            <a:stretch>
              <a:fillRect l="-45638" t="-11133" r="0" b="-10448"/>
            </a:stretch>
          </a:blipFill>
        </p:spPr>
      </p:sp>
      <p:sp>
        <p:nvSpPr>
          <p:cNvPr name="Freeform 4" id="4"/>
          <p:cNvSpPr/>
          <p:nvPr/>
        </p:nvSpPr>
        <p:spPr>
          <a:xfrm flipH="false" flipV="false" rot="0">
            <a:off x="1388404" y="755840"/>
            <a:ext cx="1931163" cy="1931163"/>
          </a:xfrm>
          <a:custGeom>
            <a:avLst/>
            <a:gdLst/>
            <a:ahLst/>
            <a:cxnLst/>
            <a:rect r="r" b="b" t="t" l="l"/>
            <a:pathLst>
              <a:path h="1931163" w="1931163">
                <a:moveTo>
                  <a:pt x="0" y="0"/>
                </a:moveTo>
                <a:lnTo>
                  <a:pt x="1931163" y="0"/>
                </a:lnTo>
                <a:lnTo>
                  <a:pt x="1931163" y="1931164"/>
                </a:lnTo>
                <a:lnTo>
                  <a:pt x="0" y="1931164"/>
                </a:lnTo>
                <a:lnTo>
                  <a:pt x="0" y="0"/>
                </a:lnTo>
                <a:close/>
              </a:path>
            </a:pathLst>
          </a:custGeom>
          <a:blipFill>
            <a:blip r:embed="rId4"/>
            <a:stretch>
              <a:fillRect l="0" t="0" r="0" b="0"/>
            </a:stretch>
          </a:blipFill>
        </p:spPr>
      </p:sp>
      <p:sp>
        <p:nvSpPr>
          <p:cNvPr name="Freeform 5" id="5"/>
          <p:cNvSpPr/>
          <p:nvPr/>
        </p:nvSpPr>
        <p:spPr>
          <a:xfrm flipH="false" flipV="false" rot="-2367294">
            <a:off x="6146721" y="4656204"/>
            <a:ext cx="17103134" cy="5157664"/>
          </a:xfrm>
          <a:custGeom>
            <a:avLst/>
            <a:gdLst/>
            <a:ahLst/>
            <a:cxnLst/>
            <a:rect r="r" b="b" t="t" l="l"/>
            <a:pathLst>
              <a:path h="5157664" w="17103134">
                <a:moveTo>
                  <a:pt x="0" y="0"/>
                </a:moveTo>
                <a:lnTo>
                  <a:pt x="17103134" y="0"/>
                </a:lnTo>
                <a:lnTo>
                  <a:pt x="17103134" y="5157664"/>
                </a:lnTo>
                <a:lnTo>
                  <a:pt x="0" y="5157664"/>
                </a:lnTo>
                <a:lnTo>
                  <a:pt x="0" y="0"/>
                </a:lnTo>
                <a:close/>
              </a:path>
            </a:pathLst>
          </a:custGeom>
          <a:blipFill>
            <a:blip r:embed="rId2">
              <a:alphaModFix amt="43999"/>
            </a:blip>
            <a:stretch>
              <a:fillRect l="0" t="0" r="0" b="0"/>
            </a:stretch>
          </a:blipFill>
        </p:spPr>
      </p:sp>
      <p:sp>
        <p:nvSpPr>
          <p:cNvPr name="TextBox 6" id="6"/>
          <p:cNvSpPr txBox="true"/>
          <p:nvPr/>
        </p:nvSpPr>
        <p:spPr>
          <a:xfrm rot="0">
            <a:off x="2764565" y="7685305"/>
            <a:ext cx="5634114" cy="2165350"/>
          </a:xfrm>
          <a:prstGeom prst="rect">
            <a:avLst/>
          </a:prstGeom>
        </p:spPr>
        <p:txBody>
          <a:bodyPr anchor="t" rtlCol="false" tIns="0" lIns="0" bIns="0" rIns="0">
            <a:spAutoFit/>
          </a:bodyPr>
          <a:lstStyle/>
          <a:p>
            <a:pPr algn="l" marL="539749" indent="-269875" lvl="1">
              <a:lnSpc>
                <a:spcPts val="3499"/>
              </a:lnSpc>
              <a:buAutoNum type="arabicPeriod" startAt="1"/>
            </a:pPr>
            <a:r>
              <a:rPr lang="en-US" sz="2499">
                <a:solidFill>
                  <a:srgbClr val="000000"/>
                </a:solidFill>
                <a:latin typeface="Aptos"/>
                <a:ea typeface="Aptos"/>
                <a:cs typeface="Aptos"/>
                <a:sym typeface="Aptos"/>
              </a:rPr>
              <a:t>  24981A424E - B.MANASVI (TL)</a:t>
            </a:r>
          </a:p>
          <a:p>
            <a:pPr algn="l" marL="539749" indent="-269875" lvl="1">
              <a:lnSpc>
                <a:spcPts val="3499"/>
              </a:lnSpc>
              <a:buAutoNum type="arabicPeriod" startAt="1"/>
            </a:pPr>
            <a:r>
              <a:rPr lang="en-US" sz="2499">
                <a:solidFill>
                  <a:srgbClr val="000000"/>
                </a:solidFill>
                <a:latin typeface="Aptos"/>
                <a:ea typeface="Aptos"/>
                <a:cs typeface="Aptos"/>
                <a:sym typeface="Aptos"/>
              </a:rPr>
              <a:t>  24981A425J  - M. SANDHYA</a:t>
            </a:r>
          </a:p>
          <a:p>
            <a:pPr algn="l" marL="539749" indent="-269875" lvl="1">
              <a:lnSpc>
                <a:spcPts val="3499"/>
              </a:lnSpc>
              <a:buAutoNum type="arabicPeriod" startAt="1"/>
            </a:pPr>
            <a:r>
              <a:rPr lang="en-US" sz="2499">
                <a:solidFill>
                  <a:srgbClr val="000000"/>
                </a:solidFill>
                <a:latin typeface="Aptos"/>
                <a:ea typeface="Aptos"/>
                <a:cs typeface="Aptos"/>
                <a:sym typeface="Aptos"/>
              </a:rPr>
              <a:t>  24981A426H - A. BHANUPRAKASH</a:t>
            </a:r>
          </a:p>
          <a:p>
            <a:pPr algn="l" marL="539749" indent="-269875" lvl="1">
              <a:lnSpc>
                <a:spcPts val="3499"/>
              </a:lnSpc>
              <a:buAutoNum type="arabicPeriod" startAt="1"/>
            </a:pPr>
            <a:r>
              <a:rPr lang="en-US" sz="2499">
                <a:solidFill>
                  <a:srgbClr val="000000"/>
                </a:solidFill>
                <a:latin typeface="Aptos"/>
                <a:ea typeface="Aptos"/>
                <a:cs typeface="Aptos"/>
                <a:sym typeface="Aptos"/>
              </a:rPr>
              <a:t>  24981A4285 - K. MANOJ</a:t>
            </a:r>
          </a:p>
          <a:p>
            <a:pPr algn="l" marL="539749" indent="-269875" lvl="1">
              <a:lnSpc>
                <a:spcPts val="3499"/>
              </a:lnSpc>
              <a:spcBef>
                <a:spcPct val="0"/>
              </a:spcBef>
              <a:buAutoNum type="arabicPeriod" startAt="1"/>
            </a:pPr>
            <a:r>
              <a:rPr lang="en-US" sz="2499">
                <a:solidFill>
                  <a:srgbClr val="000000"/>
                </a:solidFill>
                <a:latin typeface="Aptos"/>
                <a:ea typeface="Aptos"/>
                <a:cs typeface="Aptos"/>
                <a:sym typeface="Aptos"/>
              </a:rPr>
              <a:t>  24981A428C - N. AKHIL</a:t>
            </a:r>
          </a:p>
        </p:txBody>
      </p:sp>
      <p:sp>
        <p:nvSpPr>
          <p:cNvPr name="TextBox 7" id="7"/>
          <p:cNvSpPr txBox="true"/>
          <p:nvPr/>
        </p:nvSpPr>
        <p:spPr>
          <a:xfrm rot="0">
            <a:off x="931934" y="7196936"/>
            <a:ext cx="4775265" cy="412750"/>
          </a:xfrm>
          <a:prstGeom prst="rect">
            <a:avLst/>
          </a:prstGeom>
        </p:spPr>
        <p:txBody>
          <a:bodyPr anchor="t" rtlCol="false" tIns="0" lIns="0" bIns="0" rIns="0">
            <a:spAutoFit/>
          </a:bodyPr>
          <a:lstStyle/>
          <a:p>
            <a:pPr algn="ctr">
              <a:lnSpc>
                <a:spcPts val="3499"/>
              </a:lnSpc>
              <a:spcBef>
                <a:spcPct val="0"/>
              </a:spcBef>
            </a:pPr>
            <a:r>
              <a:rPr lang="en-US" b="true" sz="2499">
                <a:solidFill>
                  <a:srgbClr val="594032"/>
                </a:solidFill>
                <a:latin typeface="Aptos Bold"/>
                <a:ea typeface="Aptos Bold"/>
                <a:cs typeface="Aptos Bold"/>
                <a:sym typeface="Aptos Bold"/>
              </a:rPr>
              <a:t>Team Members :</a:t>
            </a:r>
          </a:p>
        </p:txBody>
      </p:sp>
      <p:sp>
        <p:nvSpPr>
          <p:cNvPr name="TextBox 8" id="8"/>
          <p:cNvSpPr txBox="true"/>
          <p:nvPr/>
        </p:nvSpPr>
        <p:spPr>
          <a:xfrm rot="0">
            <a:off x="10056753" y="7374736"/>
            <a:ext cx="3433680"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Lato Bold"/>
                <a:ea typeface="Lato Bold"/>
                <a:cs typeface="Lato Bold"/>
                <a:sym typeface="Lato Bold"/>
              </a:rPr>
              <a:t>HOD CSE - AI &amp; ML :       </a:t>
            </a:r>
          </a:p>
        </p:txBody>
      </p:sp>
      <p:sp>
        <p:nvSpPr>
          <p:cNvPr name="TextBox 9" id="9"/>
          <p:cNvSpPr txBox="true"/>
          <p:nvPr/>
        </p:nvSpPr>
        <p:spPr>
          <a:xfrm rot="0">
            <a:off x="11614388" y="7937888"/>
            <a:ext cx="2884289" cy="4222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Lato"/>
                <a:ea typeface="Lato"/>
                <a:cs typeface="Lato"/>
                <a:sym typeface="Lato"/>
              </a:rPr>
              <a:t>        Dr. G. Sridevi     </a:t>
            </a:r>
          </a:p>
        </p:txBody>
      </p:sp>
      <p:sp>
        <p:nvSpPr>
          <p:cNvPr name="TextBox 10" id="10"/>
          <p:cNvSpPr txBox="true"/>
          <p:nvPr/>
        </p:nvSpPr>
        <p:spPr>
          <a:xfrm rot="0">
            <a:off x="9886042" y="8602880"/>
            <a:ext cx="1987629"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Lato Bold"/>
                <a:ea typeface="Lato Bold"/>
                <a:cs typeface="Lato Bold"/>
                <a:sym typeface="Lato Bold"/>
              </a:rPr>
              <a:t>Guided By :</a:t>
            </a:r>
          </a:p>
        </p:txBody>
      </p:sp>
      <p:sp>
        <p:nvSpPr>
          <p:cNvPr name="TextBox 11" id="11"/>
          <p:cNvSpPr txBox="true"/>
          <p:nvPr/>
        </p:nvSpPr>
        <p:spPr>
          <a:xfrm rot="0">
            <a:off x="10095329" y="8990230"/>
            <a:ext cx="6264219" cy="860425"/>
          </a:xfrm>
          <a:prstGeom prst="rect">
            <a:avLst/>
          </a:prstGeom>
        </p:spPr>
        <p:txBody>
          <a:bodyPr anchor="t" rtlCol="false" tIns="0" lIns="0" bIns="0" rIns="0">
            <a:spAutoFit/>
          </a:bodyPr>
          <a:lstStyle/>
          <a:p>
            <a:pPr algn="ctr">
              <a:lnSpc>
                <a:spcPts val="3499"/>
              </a:lnSpc>
            </a:pPr>
            <a:r>
              <a:rPr lang="en-US" sz="2499">
                <a:solidFill>
                  <a:srgbClr val="000000"/>
                </a:solidFill>
                <a:latin typeface="Lato"/>
                <a:ea typeface="Lato"/>
                <a:cs typeface="Lato"/>
                <a:sym typeface="Lato"/>
              </a:rPr>
              <a:t>Mr. K. Sandeep Kumar</a:t>
            </a:r>
          </a:p>
          <a:p>
            <a:pPr algn="ctr">
              <a:lnSpc>
                <a:spcPts val="3499"/>
              </a:lnSpc>
              <a:spcBef>
                <a:spcPct val="0"/>
              </a:spcBef>
            </a:pPr>
            <a:r>
              <a:rPr lang="en-US" sz="2499">
                <a:solidFill>
                  <a:srgbClr val="000000"/>
                </a:solidFill>
                <a:latin typeface="Lato"/>
                <a:ea typeface="Lato"/>
                <a:cs typeface="Lato"/>
                <a:sym typeface="Lato"/>
              </a:rPr>
              <a:t>Assistant Proffesor</a:t>
            </a:r>
          </a:p>
        </p:txBody>
      </p:sp>
      <p:grpSp>
        <p:nvGrpSpPr>
          <p:cNvPr name="Group 12" id="12"/>
          <p:cNvGrpSpPr/>
          <p:nvPr/>
        </p:nvGrpSpPr>
        <p:grpSpPr>
          <a:xfrm rot="0">
            <a:off x="2877594" y="3733213"/>
            <a:ext cx="13075187" cy="2793488"/>
            <a:chOff x="0" y="0"/>
            <a:chExt cx="3443671" cy="735733"/>
          </a:xfrm>
        </p:grpSpPr>
        <p:sp>
          <p:nvSpPr>
            <p:cNvPr name="Freeform 13" id="13"/>
            <p:cNvSpPr/>
            <p:nvPr/>
          </p:nvSpPr>
          <p:spPr>
            <a:xfrm flipH="false" flipV="false" rot="0">
              <a:off x="0" y="0"/>
              <a:ext cx="3443670" cy="735733"/>
            </a:xfrm>
            <a:custGeom>
              <a:avLst/>
              <a:gdLst/>
              <a:ahLst/>
              <a:cxnLst/>
              <a:rect r="r" b="b" t="t" l="l"/>
              <a:pathLst>
                <a:path h="735733" w="3443670">
                  <a:moveTo>
                    <a:pt x="30197" y="0"/>
                  </a:moveTo>
                  <a:lnTo>
                    <a:pt x="3413473" y="0"/>
                  </a:lnTo>
                  <a:cubicBezTo>
                    <a:pt x="3430151" y="0"/>
                    <a:pt x="3443670" y="13520"/>
                    <a:pt x="3443670" y="30197"/>
                  </a:cubicBezTo>
                  <a:lnTo>
                    <a:pt x="3443670" y="705536"/>
                  </a:lnTo>
                  <a:cubicBezTo>
                    <a:pt x="3443670" y="722214"/>
                    <a:pt x="3430151" y="735733"/>
                    <a:pt x="3413473" y="735733"/>
                  </a:cubicBezTo>
                  <a:lnTo>
                    <a:pt x="30197" y="735733"/>
                  </a:lnTo>
                  <a:cubicBezTo>
                    <a:pt x="13520" y="735733"/>
                    <a:pt x="0" y="722214"/>
                    <a:pt x="0" y="705536"/>
                  </a:cubicBezTo>
                  <a:lnTo>
                    <a:pt x="0" y="30197"/>
                  </a:lnTo>
                  <a:cubicBezTo>
                    <a:pt x="0" y="13520"/>
                    <a:pt x="13520" y="0"/>
                    <a:pt x="30197" y="0"/>
                  </a:cubicBezTo>
                  <a:close/>
                </a:path>
              </a:pathLst>
            </a:custGeom>
            <a:solidFill>
              <a:srgbClr val="CCBBA9"/>
            </a:solidFill>
          </p:spPr>
        </p:sp>
        <p:sp>
          <p:nvSpPr>
            <p:cNvPr name="TextBox 14" id="14"/>
            <p:cNvSpPr txBox="true"/>
            <p:nvPr/>
          </p:nvSpPr>
          <p:spPr>
            <a:xfrm>
              <a:off x="0" y="-66675"/>
              <a:ext cx="3443671" cy="802408"/>
            </a:xfrm>
            <a:prstGeom prst="rect">
              <a:avLst/>
            </a:prstGeom>
          </p:spPr>
          <p:txBody>
            <a:bodyPr anchor="ctr" rtlCol="false" tIns="50800" lIns="50800" bIns="50800" rIns="50800"/>
            <a:lstStyle/>
            <a:p>
              <a:pPr algn="just">
                <a:lnSpc>
                  <a:spcPts val="4619"/>
                </a:lnSpc>
              </a:pPr>
            </a:p>
          </p:txBody>
        </p:sp>
      </p:grpSp>
      <p:sp>
        <p:nvSpPr>
          <p:cNvPr name="TextBox 15" id="15"/>
          <p:cNvSpPr txBox="true"/>
          <p:nvPr/>
        </p:nvSpPr>
        <p:spPr>
          <a:xfrm rot="0">
            <a:off x="4972391" y="3683688"/>
            <a:ext cx="8885594" cy="1642884"/>
          </a:xfrm>
          <a:prstGeom prst="rect">
            <a:avLst/>
          </a:prstGeom>
        </p:spPr>
        <p:txBody>
          <a:bodyPr anchor="t" rtlCol="false" tIns="0" lIns="0" bIns="0" rIns="0">
            <a:spAutoFit/>
          </a:bodyPr>
          <a:lstStyle/>
          <a:p>
            <a:pPr algn="ctr">
              <a:lnSpc>
                <a:spcPts val="13058"/>
              </a:lnSpc>
            </a:pPr>
            <a:r>
              <a:rPr lang="en-US" b="true" sz="9327">
                <a:solidFill>
                  <a:srgbClr val="4A2E2A"/>
                </a:solidFill>
                <a:latin typeface="Libra Serif Modern Bold"/>
                <a:ea typeface="Libra Serif Modern Bold"/>
                <a:cs typeface="Libra Serif Modern Bold"/>
                <a:sym typeface="Libra Serif Modern Bold"/>
              </a:rPr>
              <a:t>E-BOOKING</a:t>
            </a:r>
          </a:p>
        </p:txBody>
      </p:sp>
      <p:sp>
        <p:nvSpPr>
          <p:cNvPr name="TextBox 16" id="16"/>
          <p:cNvSpPr txBox="true"/>
          <p:nvPr/>
        </p:nvSpPr>
        <p:spPr>
          <a:xfrm rot="0">
            <a:off x="4452706" y="5383666"/>
            <a:ext cx="10245582" cy="8604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Lato"/>
                <a:ea typeface="Lato"/>
                <a:cs typeface="Lato"/>
                <a:sym typeface="Lato"/>
              </a:rPr>
              <a:t>A Web - Based Student Skill Exchange Mini Project</a:t>
            </a:r>
          </a:p>
          <a:p>
            <a:pPr algn="ctr">
              <a:lnSpc>
                <a:spcPts val="3499"/>
              </a:lnSpc>
              <a:spcBef>
                <a:spcPct val="0"/>
              </a:spcBef>
            </a:pPr>
          </a:p>
        </p:txBody>
      </p:sp>
      <p:sp>
        <p:nvSpPr>
          <p:cNvPr name="TextBox 17" id="17"/>
          <p:cNvSpPr txBox="true"/>
          <p:nvPr/>
        </p:nvSpPr>
        <p:spPr>
          <a:xfrm rot="0">
            <a:off x="5581622" y="5927440"/>
            <a:ext cx="1438116" cy="422275"/>
          </a:xfrm>
          <a:prstGeom prst="rect">
            <a:avLst/>
          </a:prstGeom>
        </p:spPr>
        <p:txBody>
          <a:bodyPr anchor="t" rtlCol="false" tIns="0" lIns="0" bIns="0" rIns="0">
            <a:spAutoFit/>
          </a:bodyPr>
          <a:lstStyle/>
          <a:p>
            <a:pPr algn="l">
              <a:lnSpc>
                <a:spcPts val="3499"/>
              </a:lnSpc>
              <a:spcBef>
                <a:spcPct val="0"/>
              </a:spcBef>
            </a:pPr>
            <a:r>
              <a:rPr lang="en-US" b="true" sz="2499">
                <a:solidFill>
                  <a:srgbClr val="563E3A"/>
                </a:solidFill>
                <a:latin typeface="Lato Bold"/>
                <a:ea typeface="Lato Bold"/>
                <a:cs typeface="Lato Bold"/>
                <a:sym typeface="Lato Bold"/>
              </a:rPr>
              <a:t>Website:</a:t>
            </a:r>
          </a:p>
        </p:txBody>
      </p:sp>
      <p:sp>
        <p:nvSpPr>
          <p:cNvPr name="TextBox 18" id="18"/>
          <p:cNvSpPr txBox="true"/>
          <p:nvPr/>
        </p:nvSpPr>
        <p:spPr>
          <a:xfrm rot="0">
            <a:off x="7019738" y="5927440"/>
            <a:ext cx="8176260" cy="422275"/>
          </a:xfrm>
          <a:prstGeom prst="rect">
            <a:avLst/>
          </a:prstGeom>
        </p:spPr>
        <p:txBody>
          <a:bodyPr anchor="t" rtlCol="false" tIns="0" lIns="0" bIns="0" rIns="0">
            <a:spAutoFit/>
          </a:bodyPr>
          <a:lstStyle/>
          <a:p>
            <a:pPr algn="ctr">
              <a:lnSpc>
                <a:spcPts val="3499"/>
              </a:lnSpc>
              <a:spcBef>
                <a:spcPct val="0"/>
              </a:spcBef>
            </a:pPr>
            <a:r>
              <a:rPr lang="en-US" sz="2499" u="sng">
                <a:solidFill>
                  <a:srgbClr val="000000"/>
                </a:solidFill>
                <a:latin typeface="Lato"/>
                <a:ea typeface="Lato"/>
                <a:cs typeface="Lato"/>
                <a:sym typeface="Lato"/>
                <a:hlinkClick r:id="rId5" tooltip="https://e-booking00.github.io/E-Booking/#booking-history"/>
              </a:rPr>
              <a:t>https://e-booking00.github.io/E-Booking/#booking-history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4E6"/>
        </a:solidFill>
      </p:bgPr>
    </p:bg>
    <p:spTree>
      <p:nvGrpSpPr>
        <p:cNvPr id="1" name=""/>
        <p:cNvGrpSpPr/>
        <p:nvPr/>
      </p:nvGrpSpPr>
      <p:grpSpPr>
        <a:xfrm>
          <a:off x="0" y="0"/>
          <a:ext cx="0" cy="0"/>
          <a:chOff x="0" y="0"/>
          <a:chExt cx="0" cy="0"/>
        </a:xfrm>
      </p:grpSpPr>
      <p:grpSp>
        <p:nvGrpSpPr>
          <p:cNvPr name="Group 2" id="2"/>
          <p:cNvGrpSpPr/>
          <p:nvPr/>
        </p:nvGrpSpPr>
        <p:grpSpPr>
          <a:xfrm rot="0">
            <a:off x="7609060" y="2767941"/>
            <a:ext cx="2806343" cy="851316"/>
            <a:chOff x="0" y="0"/>
            <a:chExt cx="739119" cy="224215"/>
          </a:xfrm>
        </p:grpSpPr>
        <p:sp>
          <p:nvSpPr>
            <p:cNvPr name="Freeform 3" id="3"/>
            <p:cNvSpPr/>
            <p:nvPr/>
          </p:nvSpPr>
          <p:spPr>
            <a:xfrm flipH="false" flipV="false" rot="0">
              <a:off x="0" y="0"/>
              <a:ext cx="739119" cy="224215"/>
            </a:xfrm>
            <a:custGeom>
              <a:avLst/>
              <a:gdLst/>
              <a:ahLst/>
              <a:cxnLst/>
              <a:rect r="r" b="b" t="t" l="l"/>
              <a:pathLst>
                <a:path h="224215" w="739119">
                  <a:moveTo>
                    <a:pt x="112107" y="0"/>
                  </a:moveTo>
                  <a:lnTo>
                    <a:pt x="627012" y="0"/>
                  </a:lnTo>
                  <a:cubicBezTo>
                    <a:pt x="656745" y="0"/>
                    <a:pt x="685260" y="11811"/>
                    <a:pt x="706284" y="32836"/>
                  </a:cubicBezTo>
                  <a:cubicBezTo>
                    <a:pt x="727308" y="53860"/>
                    <a:pt x="739119" y="82375"/>
                    <a:pt x="739119" y="112107"/>
                  </a:cubicBezTo>
                  <a:lnTo>
                    <a:pt x="739119" y="112107"/>
                  </a:lnTo>
                  <a:cubicBezTo>
                    <a:pt x="739119" y="141840"/>
                    <a:pt x="727308" y="170355"/>
                    <a:pt x="706284" y="191379"/>
                  </a:cubicBezTo>
                  <a:cubicBezTo>
                    <a:pt x="685260" y="212404"/>
                    <a:pt x="656745" y="224215"/>
                    <a:pt x="627012" y="224215"/>
                  </a:cubicBezTo>
                  <a:lnTo>
                    <a:pt x="112107" y="224215"/>
                  </a:lnTo>
                  <a:cubicBezTo>
                    <a:pt x="82375" y="224215"/>
                    <a:pt x="53860" y="212404"/>
                    <a:pt x="32836" y="191379"/>
                  </a:cubicBezTo>
                  <a:cubicBezTo>
                    <a:pt x="11811" y="170355"/>
                    <a:pt x="0" y="141840"/>
                    <a:pt x="0" y="112107"/>
                  </a:cubicBezTo>
                  <a:lnTo>
                    <a:pt x="0" y="112107"/>
                  </a:lnTo>
                  <a:cubicBezTo>
                    <a:pt x="0" y="82375"/>
                    <a:pt x="11811" y="53860"/>
                    <a:pt x="32836" y="32836"/>
                  </a:cubicBezTo>
                  <a:cubicBezTo>
                    <a:pt x="53860" y="11811"/>
                    <a:pt x="82375" y="0"/>
                    <a:pt x="112107" y="0"/>
                  </a:cubicBezTo>
                  <a:close/>
                </a:path>
              </a:pathLst>
            </a:custGeom>
            <a:solidFill>
              <a:srgbClr val="E36414"/>
            </a:solidFill>
          </p:spPr>
        </p:sp>
        <p:sp>
          <p:nvSpPr>
            <p:cNvPr name="TextBox 4" id="4"/>
            <p:cNvSpPr txBox="true"/>
            <p:nvPr/>
          </p:nvSpPr>
          <p:spPr>
            <a:xfrm>
              <a:off x="0" y="-47625"/>
              <a:ext cx="739119" cy="271840"/>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Abstract</a:t>
              </a:r>
            </a:p>
          </p:txBody>
        </p:sp>
      </p:grpSp>
      <p:grpSp>
        <p:nvGrpSpPr>
          <p:cNvPr name="Group 5" id="5"/>
          <p:cNvGrpSpPr/>
          <p:nvPr/>
        </p:nvGrpSpPr>
        <p:grpSpPr>
          <a:xfrm rot="0">
            <a:off x="7609060" y="4228857"/>
            <a:ext cx="2806343" cy="801420"/>
            <a:chOff x="0" y="0"/>
            <a:chExt cx="739119" cy="211074"/>
          </a:xfrm>
        </p:grpSpPr>
        <p:sp>
          <p:nvSpPr>
            <p:cNvPr name="Freeform 6" id="6"/>
            <p:cNvSpPr/>
            <p:nvPr/>
          </p:nvSpPr>
          <p:spPr>
            <a:xfrm flipH="false" flipV="false" rot="0">
              <a:off x="0" y="0"/>
              <a:ext cx="739119" cy="211074"/>
            </a:xfrm>
            <a:custGeom>
              <a:avLst/>
              <a:gdLst/>
              <a:ahLst/>
              <a:cxnLst/>
              <a:rect r="r" b="b" t="t" l="l"/>
              <a:pathLst>
                <a:path h="211074" w="739119">
                  <a:moveTo>
                    <a:pt x="105537" y="0"/>
                  </a:moveTo>
                  <a:lnTo>
                    <a:pt x="633582" y="0"/>
                  </a:lnTo>
                  <a:cubicBezTo>
                    <a:pt x="661573" y="0"/>
                    <a:pt x="688416" y="11119"/>
                    <a:pt x="708208" y="30911"/>
                  </a:cubicBezTo>
                  <a:cubicBezTo>
                    <a:pt x="728000" y="50703"/>
                    <a:pt x="739119" y="77547"/>
                    <a:pt x="739119" y="105537"/>
                  </a:cubicBezTo>
                  <a:lnTo>
                    <a:pt x="739119" y="105537"/>
                  </a:lnTo>
                  <a:cubicBezTo>
                    <a:pt x="739119" y="163823"/>
                    <a:pt x="691869" y="211074"/>
                    <a:pt x="633582" y="211074"/>
                  </a:cubicBezTo>
                  <a:lnTo>
                    <a:pt x="105537" y="211074"/>
                  </a:lnTo>
                  <a:cubicBezTo>
                    <a:pt x="77547" y="211074"/>
                    <a:pt x="50703" y="199955"/>
                    <a:pt x="30911" y="180163"/>
                  </a:cubicBezTo>
                  <a:cubicBezTo>
                    <a:pt x="11119" y="160371"/>
                    <a:pt x="0" y="133527"/>
                    <a:pt x="0" y="105537"/>
                  </a:cubicBezTo>
                  <a:lnTo>
                    <a:pt x="0" y="105537"/>
                  </a:lnTo>
                  <a:cubicBezTo>
                    <a:pt x="0" y="77547"/>
                    <a:pt x="11119" y="50703"/>
                    <a:pt x="30911" y="30911"/>
                  </a:cubicBezTo>
                  <a:cubicBezTo>
                    <a:pt x="50703" y="11119"/>
                    <a:pt x="77547" y="0"/>
                    <a:pt x="105537" y="0"/>
                  </a:cubicBezTo>
                  <a:close/>
                </a:path>
              </a:pathLst>
            </a:custGeom>
            <a:solidFill>
              <a:srgbClr val="E36414"/>
            </a:solidFill>
          </p:spPr>
        </p:sp>
        <p:sp>
          <p:nvSpPr>
            <p:cNvPr name="TextBox 7" id="7"/>
            <p:cNvSpPr txBox="true"/>
            <p:nvPr/>
          </p:nvSpPr>
          <p:spPr>
            <a:xfrm>
              <a:off x="0" y="-47625"/>
              <a:ext cx="739119" cy="258699"/>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Introduction</a:t>
              </a:r>
            </a:p>
          </p:txBody>
        </p:sp>
      </p:grpSp>
      <p:grpSp>
        <p:nvGrpSpPr>
          <p:cNvPr name="Group 8" id="8"/>
          <p:cNvGrpSpPr/>
          <p:nvPr/>
        </p:nvGrpSpPr>
        <p:grpSpPr>
          <a:xfrm rot="0">
            <a:off x="6240719" y="2790618"/>
            <a:ext cx="851316" cy="8513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36414"/>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01</a:t>
              </a:r>
            </a:p>
          </p:txBody>
        </p:sp>
      </p:grpSp>
      <p:grpSp>
        <p:nvGrpSpPr>
          <p:cNvPr name="Group 11" id="11"/>
          <p:cNvGrpSpPr/>
          <p:nvPr/>
        </p:nvGrpSpPr>
        <p:grpSpPr>
          <a:xfrm rot="0">
            <a:off x="6240719" y="4203909"/>
            <a:ext cx="851316" cy="8513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36414"/>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02</a:t>
              </a:r>
            </a:p>
          </p:txBody>
        </p:sp>
      </p:grpSp>
      <p:grpSp>
        <p:nvGrpSpPr>
          <p:cNvPr name="Group 14" id="14"/>
          <p:cNvGrpSpPr/>
          <p:nvPr/>
        </p:nvGrpSpPr>
        <p:grpSpPr>
          <a:xfrm rot="0">
            <a:off x="0" y="46500"/>
            <a:ext cx="5573969" cy="10330105"/>
            <a:chOff x="0" y="0"/>
            <a:chExt cx="863554" cy="1600404"/>
          </a:xfrm>
        </p:grpSpPr>
        <p:sp>
          <p:nvSpPr>
            <p:cNvPr name="Freeform 15" id="15"/>
            <p:cNvSpPr/>
            <p:nvPr/>
          </p:nvSpPr>
          <p:spPr>
            <a:xfrm flipH="false" flipV="false" rot="0">
              <a:off x="0" y="0"/>
              <a:ext cx="863554" cy="1600404"/>
            </a:xfrm>
            <a:custGeom>
              <a:avLst/>
              <a:gdLst/>
              <a:ahLst/>
              <a:cxnLst/>
              <a:rect r="r" b="b" t="t" l="l"/>
              <a:pathLst>
                <a:path h="1600404" w="863554">
                  <a:moveTo>
                    <a:pt x="0" y="0"/>
                  </a:moveTo>
                  <a:lnTo>
                    <a:pt x="863554" y="0"/>
                  </a:lnTo>
                  <a:lnTo>
                    <a:pt x="863554" y="1600404"/>
                  </a:lnTo>
                  <a:lnTo>
                    <a:pt x="0" y="1600404"/>
                  </a:lnTo>
                  <a:close/>
                </a:path>
              </a:pathLst>
            </a:custGeom>
            <a:blipFill>
              <a:blip r:embed="rId2"/>
              <a:stretch>
                <a:fillRect l="-87174" t="0" r="-142296" b="0"/>
              </a:stretch>
            </a:blipFill>
          </p:spPr>
        </p:sp>
      </p:grpSp>
      <p:sp>
        <p:nvSpPr>
          <p:cNvPr name="Freeform 16" id="16"/>
          <p:cNvSpPr/>
          <p:nvPr/>
        </p:nvSpPr>
        <p:spPr>
          <a:xfrm flipH="false" flipV="false" rot="0">
            <a:off x="15451536" y="-633649"/>
            <a:ext cx="4936011" cy="4629567"/>
          </a:xfrm>
          <a:custGeom>
            <a:avLst/>
            <a:gdLst/>
            <a:ahLst/>
            <a:cxnLst/>
            <a:rect r="r" b="b" t="t" l="l"/>
            <a:pathLst>
              <a:path h="4629567" w="4936011">
                <a:moveTo>
                  <a:pt x="0" y="0"/>
                </a:moveTo>
                <a:lnTo>
                  <a:pt x="4936011" y="0"/>
                </a:lnTo>
                <a:lnTo>
                  <a:pt x="4936011" y="4629567"/>
                </a:lnTo>
                <a:lnTo>
                  <a:pt x="0" y="4629567"/>
                </a:lnTo>
                <a:lnTo>
                  <a:pt x="0" y="0"/>
                </a:lnTo>
                <a:close/>
              </a:path>
            </a:pathLst>
          </a:custGeom>
          <a:blipFill>
            <a:blip r:embed="rId3"/>
            <a:stretch>
              <a:fillRect l="0" t="0" r="0" b="0"/>
            </a:stretch>
          </a:blipFill>
        </p:spPr>
      </p:sp>
      <p:sp>
        <p:nvSpPr>
          <p:cNvPr name="TextBox 17" id="17"/>
          <p:cNvSpPr txBox="true"/>
          <p:nvPr/>
        </p:nvSpPr>
        <p:spPr>
          <a:xfrm rot="0">
            <a:off x="6666377" y="732132"/>
            <a:ext cx="7317933" cy="1273809"/>
          </a:xfrm>
          <a:prstGeom prst="rect">
            <a:avLst/>
          </a:prstGeom>
        </p:spPr>
        <p:txBody>
          <a:bodyPr anchor="t" rtlCol="false" tIns="0" lIns="0" bIns="0" rIns="0">
            <a:spAutoFit/>
          </a:bodyPr>
          <a:lstStyle/>
          <a:p>
            <a:pPr algn="l">
              <a:lnSpc>
                <a:spcPts val="8899"/>
              </a:lnSpc>
            </a:pPr>
            <a:r>
              <a:rPr lang="en-US" sz="9999" b="true">
                <a:solidFill>
                  <a:srgbClr val="4A2E2A"/>
                </a:solidFill>
                <a:latin typeface="Libra Serif Modern Bold"/>
                <a:ea typeface="Libra Serif Modern Bold"/>
                <a:cs typeface="Libra Serif Modern Bold"/>
                <a:sym typeface="Libra Serif Modern Bold"/>
              </a:rPr>
              <a:t>CONTENTS</a:t>
            </a:r>
          </a:p>
        </p:txBody>
      </p:sp>
      <p:grpSp>
        <p:nvGrpSpPr>
          <p:cNvPr name="Group 18" id="18"/>
          <p:cNvGrpSpPr/>
          <p:nvPr/>
        </p:nvGrpSpPr>
        <p:grpSpPr>
          <a:xfrm rot="0">
            <a:off x="12789191" y="4295731"/>
            <a:ext cx="2806343" cy="801420"/>
            <a:chOff x="0" y="0"/>
            <a:chExt cx="739119" cy="211074"/>
          </a:xfrm>
        </p:grpSpPr>
        <p:sp>
          <p:nvSpPr>
            <p:cNvPr name="Freeform 19" id="19"/>
            <p:cNvSpPr/>
            <p:nvPr/>
          </p:nvSpPr>
          <p:spPr>
            <a:xfrm flipH="false" flipV="false" rot="0">
              <a:off x="0" y="0"/>
              <a:ext cx="739119" cy="211074"/>
            </a:xfrm>
            <a:custGeom>
              <a:avLst/>
              <a:gdLst/>
              <a:ahLst/>
              <a:cxnLst/>
              <a:rect r="r" b="b" t="t" l="l"/>
              <a:pathLst>
                <a:path h="211074" w="739119">
                  <a:moveTo>
                    <a:pt x="105537" y="0"/>
                  </a:moveTo>
                  <a:lnTo>
                    <a:pt x="633582" y="0"/>
                  </a:lnTo>
                  <a:cubicBezTo>
                    <a:pt x="661573" y="0"/>
                    <a:pt x="688416" y="11119"/>
                    <a:pt x="708208" y="30911"/>
                  </a:cubicBezTo>
                  <a:cubicBezTo>
                    <a:pt x="728000" y="50703"/>
                    <a:pt x="739119" y="77547"/>
                    <a:pt x="739119" y="105537"/>
                  </a:cubicBezTo>
                  <a:lnTo>
                    <a:pt x="739119" y="105537"/>
                  </a:lnTo>
                  <a:cubicBezTo>
                    <a:pt x="739119" y="163823"/>
                    <a:pt x="691869" y="211074"/>
                    <a:pt x="633582" y="211074"/>
                  </a:cubicBezTo>
                  <a:lnTo>
                    <a:pt x="105537" y="211074"/>
                  </a:lnTo>
                  <a:cubicBezTo>
                    <a:pt x="77547" y="211074"/>
                    <a:pt x="50703" y="199955"/>
                    <a:pt x="30911" y="180163"/>
                  </a:cubicBezTo>
                  <a:cubicBezTo>
                    <a:pt x="11119" y="160371"/>
                    <a:pt x="0" y="133527"/>
                    <a:pt x="0" y="105537"/>
                  </a:cubicBezTo>
                  <a:lnTo>
                    <a:pt x="0" y="105537"/>
                  </a:lnTo>
                  <a:cubicBezTo>
                    <a:pt x="0" y="77547"/>
                    <a:pt x="11119" y="50703"/>
                    <a:pt x="30911" y="30911"/>
                  </a:cubicBezTo>
                  <a:cubicBezTo>
                    <a:pt x="50703" y="11119"/>
                    <a:pt x="77547" y="0"/>
                    <a:pt x="105537" y="0"/>
                  </a:cubicBezTo>
                  <a:close/>
                </a:path>
              </a:pathLst>
            </a:custGeom>
            <a:solidFill>
              <a:srgbClr val="E36414"/>
            </a:solidFill>
          </p:spPr>
        </p:sp>
        <p:sp>
          <p:nvSpPr>
            <p:cNvPr name="TextBox 20" id="20"/>
            <p:cNvSpPr txBox="true"/>
            <p:nvPr/>
          </p:nvSpPr>
          <p:spPr>
            <a:xfrm>
              <a:off x="0" y="-47625"/>
              <a:ext cx="739119" cy="258699"/>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Project Demo</a:t>
              </a:r>
            </a:p>
          </p:txBody>
        </p:sp>
      </p:grpSp>
      <p:grpSp>
        <p:nvGrpSpPr>
          <p:cNvPr name="Group 21" id="21"/>
          <p:cNvGrpSpPr/>
          <p:nvPr/>
        </p:nvGrpSpPr>
        <p:grpSpPr>
          <a:xfrm rot="0">
            <a:off x="12789191" y="2840513"/>
            <a:ext cx="2806343" cy="801420"/>
            <a:chOff x="0" y="0"/>
            <a:chExt cx="739119" cy="211074"/>
          </a:xfrm>
        </p:grpSpPr>
        <p:sp>
          <p:nvSpPr>
            <p:cNvPr name="Freeform 22" id="22"/>
            <p:cNvSpPr/>
            <p:nvPr/>
          </p:nvSpPr>
          <p:spPr>
            <a:xfrm flipH="false" flipV="false" rot="0">
              <a:off x="0" y="0"/>
              <a:ext cx="739119" cy="211074"/>
            </a:xfrm>
            <a:custGeom>
              <a:avLst/>
              <a:gdLst/>
              <a:ahLst/>
              <a:cxnLst/>
              <a:rect r="r" b="b" t="t" l="l"/>
              <a:pathLst>
                <a:path h="211074" w="739119">
                  <a:moveTo>
                    <a:pt x="105537" y="0"/>
                  </a:moveTo>
                  <a:lnTo>
                    <a:pt x="633582" y="0"/>
                  </a:lnTo>
                  <a:cubicBezTo>
                    <a:pt x="661573" y="0"/>
                    <a:pt x="688416" y="11119"/>
                    <a:pt x="708208" y="30911"/>
                  </a:cubicBezTo>
                  <a:cubicBezTo>
                    <a:pt x="728000" y="50703"/>
                    <a:pt x="739119" y="77547"/>
                    <a:pt x="739119" y="105537"/>
                  </a:cubicBezTo>
                  <a:lnTo>
                    <a:pt x="739119" y="105537"/>
                  </a:lnTo>
                  <a:cubicBezTo>
                    <a:pt x="739119" y="163823"/>
                    <a:pt x="691869" y="211074"/>
                    <a:pt x="633582" y="211074"/>
                  </a:cubicBezTo>
                  <a:lnTo>
                    <a:pt x="105537" y="211074"/>
                  </a:lnTo>
                  <a:cubicBezTo>
                    <a:pt x="77547" y="211074"/>
                    <a:pt x="50703" y="199955"/>
                    <a:pt x="30911" y="180163"/>
                  </a:cubicBezTo>
                  <a:cubicBezTo>
                    <a:pt x="11119" y="160371"/>
                    <a:pt x="0" y="133527"/>
                    <a:pt x="0" y="105537"/>
                  </a:cubicBezTo>
                  <a:lnTo>
                    <a:pt x="0" y="105537"/>
                  </a:lnTo>
                  <a:cubicBezTo>
                    <a:pt x="0" y="77547"/>
                    <a:pt x="11119" y="50703"/>
                    <a:pt x="30911" y="30911"/>
                  </a:cubicBezTo>
                  <a:cubicBezTo>
                    <a:pt x="50703" y="11119"/>
                    <a:pt x="77547" y="0"/>
                    <a:pt x="105537" y="0"/>
                  </a:cubicBezTo>
                  <a:close/>
                </a:path>
              </a:pathLst>
            </a:custGeom>
            <a:solidFill>
              <a:srgbClr val="E36414"/>
            </a:solidFill>
          </p:spPr>
        </p:sp>
        <p:sp>
          <p:nvSpPr>
            <p:cNvPr name="TextBox 23" id="23"/>
            <p:cNvSpPr txBox="true"/>
            <p:nvPr/>
          </p:nvSpPr>
          <p:spPr>
            <a:xfrm>
              <a:off x="0" y="-47625"/>
              <a:ext cx="739119" cy="258699"/>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System Features</a:t>
              </a:r>
            </a:p>
          </p:txBody>
        </p:sp>
      </p:grpSp>
      <p:grpSp>
        <p:nvGrpSpPr>
          <p:cNvPr name="Group 24" id="24"/>
          <p:cNvGrpSpPr/>
          <p:nvPr/>
        </p:nvGrpSpPr>
        <p:grpSpPr>
          <a:xfrm rot="0">
            <a:off x="7609060" y="7445918"/>
            <a:ext cx="2806343" cy="801420"/>
            <a:chOff x="0" y="0"/>
            <a:chExt cx="739119" cy="211074"/>
          </a:xfrm>
        </p:grpSpPr>
        <p:sp>
          <p:nvSpPr>
            <p:cNvPr name="Freeform 25" id="25"/>
            <p:cNvSpPr/>
            <p:nvPr/>
          </p:nvSpPr>
          <p:spPr>
            <a:xfrm flipH="false" flipV="false" rot="0">
              <a:off x="0" y="0"/>
              <a:ext cx="739119" cy="211074"/>
            </a:xfrm>
            <a:custGeom>
              <a:avLst/>
              <a:gdLst/>
              <a:ahLst/>
              <a:cxnLst/>
              <a:rect r="r" b="b" t="t" l="l"/>
              <a:pathLst>
                <a:path h="211074" w="739119">
                  <a:moveTo>
                    <a:pt x="105537" y="0"/>
                  </a:moveTo>
                  <a:lnTo>
                    <a:pt x="633582" y="0"/>
                  </a:lnTo>
                  <a:cubicBezTo>
                    <a:pt x="661573" y="0"/>
                    <a:pt x="688416" y="11119"/>
                    <a:pt x="708208" y="30911"/>
                  </a:cubicBezTo>
                  <a:cubicBezTo>
                    <a:pt x="728000" y="50703"/>
                    <a:pt x="739119" y="77547"/>
                    <a:pt x="739119" y="105537"/>
                  </a:cubicBezTo>
                  <a:lnTo>
                    <a:pt x="739119" y="105537"/>
                  </a:lnTo>
                  <a:cubicBezTo>
                    <a:pt x="739119" y="163823"/>
                    <a:pt x="691869" y="211074"/>
                    <a:pt x="633582" y="211074"/>
                  </a:cubicBezTo>
                  <a:lnTo>
                    <a:pt x="105537" y="211074"/>
                  </a:lnTo>
                  <a:cubicBezTo>
                    <a:pt x="77547" y="211074"/>
                    <a:pt x="50703" y="199955"/>
                    <a:pt x="30911" y="180163"/>
                  </a:cubicBezTo>
                  <a:cubicBezTo>
                    <a:pt x="11119" y="160371"/>
                    <a:pt x="0" y="133527"/>
                    <a:pt x="0" y="105537"/>
                  </a:cubicBezTo>
                  <a:lnTo>
                    <a:pt x="0" y="105537"/>
                  </a:lnTo>
                  <a:cubicBezTo>
                    <a:pt x="0" y="77547"/>
                    <a:pt x="11119" y="50703"/>
                    <a:pt x="30911" y="30911"/>
                  </a:cubicBezTo>
                  <a:cubicBezTo>
                    <a:pt x="50703" y="11119"/>
                    <a:pt x="77547" y="0"/>
                    <a:pt x="105537" y="0"/>
                  </a:cubicBezTo>
                  <a:close/>
                </a:path>
              </a:pathLst>
            </a:custGeom>
            <a:solidFill>
              <a:srgbClr val="E36414"/>
            </a:solidFill>
          </p:spPr>
        </p:sp>
        <p:sp>
          <p:nvSpPr>
            <p:cNvPr name="TextBox 26" id="26"/>
            <p:cNvSpPr txBox="true"/>
            <p:nvPr/>
          </p:nvSpPr>
          <p:spPr>
            <a:xfrm>
              <a:off x="0" y="-47625"/>
              <a:ext cx="739119" cy="258699"/>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Techology </a:t>
              </a:r>
            </a:p>
          </p:txBody>
        </p:sp>
      </p:grpSp>
      <p:grpSp>
        <p:nvGrpSpPr>
          <p:cNvPr name="Group 27" id="27"/>
          <p:cNvGrpSpPr/>
          <p:nvPr/>
        </p:nvGrpSpPr>
        <p:grpSpPr>
          <a:xfrm rot="0">
            <a:off x="7609060" y="5639877"/>
            <a:ext cx="2806343" cy="1068033"/>
            <a:chOff x="0" y="0"/>
            <a:chExt cx="739119" cy="281293"/>
          </a:xfrm>
        </p:grpSpPr>
        <p:sp>
          <p:nvSpPr>
            <p:cNvPr name="Freeform 28" id="28"/>
            <p:cNvSpPr/>
            <p:nvPr/>
          </p:nvSpPr>
          <p:spPr>
            <a:xfrm flipH="false" flipV="false" rot="0">
              <a:off x="0" y="0"/>
              <a:ext cx="739119" cy="281293"/>
            </a:xfrm>
            <a:custGeom>
              <a:avLst/>
              <a:gdLst/>
              <a:ahLst/>
              <a:cxnLst/>
              <a:rect r="r" b="b" t="t" l="l"/>
              <a:pathLst>
                <a:path h="281293" w="739119">
                  <a:moveTo>
                    <a:pt x="140646" y="0"/>
                  </a:moveTo>
                  <a:lnTo>
                    <a:pt x="598473" y="0"/>
                  </a:lnTo>
                  <a:cubicBezTo>
                    <a:pt x="635775" y="0"/>
                    <a:pt x="671549" y="14818"/>
                    <a:pt x="697925" y="41194"/>
                  </a:cubicBezTo>
                  <a:cubicBezTo>
                    <a:pt x="724301" y="67571"/>
                    <a:pt x="739119" y="103345"/>
                    <a:pt x="739119" y="140646"/>
                  </a:cubicBezTo>
                  <a:lnTo>
                    <a:pt x="739119" y="140646"/>
                  </a:lnTo>
                  <a:cubicBezTo>
                    <a:pt x="739119" y="177948"/>
                    <a:pt x="724301" y="213722"/>
                    <a:pt x="697925" y="240098"/>
                  </a:cubicBezTo>
                  <a:cubicBezTo>
                    <a:pt x="671549" y="266475"/>
                    <a:pt x="635775" y="281293"/>
                    <a:pt x="598473" y="281293"/>
                  </a:cubicBezTo>
                  <a:lnTo>
                    <a:pt x="140646" y="281293"/>
                  </a:lnTo>
                  <a:cubicBezTo>
                    <a:pt x="103345" y="281293"/>
                    <a:pt x="67571" y="266475"/>
                    <a:pt x="41194" y="240098"/>
                  </a:cubicBezTo>
                  <a:cubicBezTo>
                    <a:pt x="14818" y="213722"/>
                    <a:pt x="0" y="177948"/>
                    <a:pt x="0" y="140646"/>
                  </a:cubicBezTo>
                  <a:lnTo>
                    <a:pt x="0" y="140646"/>
                  </a:lnTo>
                  <a:cubicBezTo>
                    <a:pt x="0" y="103345"/>
                    <a:pt x="14818" y="67571"/>
                    <a:pt x="41194" y="41194"/>
                  </a:cubicBezTo>
                  <a:cubicBezTo>
                    <a:pt x="67571" y="14818"/>
                    <a:pt x="103345" y="0"/>
                    <a:pt x="140646" y="0"/>
                  </a:cubicBezTo>
                  <a:close/>
                </a:path>
              </a:pathLst>
            </a:custGeom>
            <a:solidFill>
              <a:srgbClr val="E36414"/>
            </a:solidFill>
          </p:spPr>
        </p:sp>
        <p:sp>
          <p:nvSpPr>
            <p:cNvPr name="TextBox 29" id="29"/>
            <p:cNvSpPr txBox="true"/>
            <p:nvPr/>
          </p:nvSpPr>
          <p:spPr>
            <a:xfrm>
              <a:off x="0" y="-47625"/>
              <a:ext cx="739119" cy="328918"/>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Project Objectives &amp; Scope</a:t>
              </a:r>
            </a:p>
          </p:txBody>
        </p:sp>
      </p:grpSp>
      <p:grpSp>
        <p:nvGrpSpPr>
          <p:cNvPr name="Group 30" id="30"/>
          <p:cNvGrpSpPr/>
          <p:nvPr/>
        </p:nvGrpSpPr>
        <p:grpSpPr>
          <a:xfrm rot="0">
            <a:off x="11423525" y="2767941"/>
            <a:ext cx="851316" cy="851316"/>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36414"/>
            </a:solidFill>
          </p:spPr>
        </p:sp>
        <p:sp>
          <p:nvSpPr>
            <p:cNvPr name="TextBox 32" id="32"/>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05</a:t>
              </a:r>
            </a:p>
          </p:txBody>
        </p:sp>
      </p:grpSp>
      <p:grpSp>
        <p:nvGrpSpPr>
          <p:cNvPr name="Group 33" id="33"/>
          <p:cNvGrpSpPr/>
          <p:nvPr/>
        </p:nvGrpSpPr>
        <p:grpSpPr>
          <a:xfrm rot="0">
            <a:off x="6240719" y="7421925"/>
            <a:ext cx="851316" cy="85131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36414"/>
            </a:solidFill>
          </p:spPr>
        </p:sp>
        <p:sp>
          <p:nvSpPr>
            <p:cNvPr name="TextBox 35" id="35"/>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04</a:t>
              </a:r>
            </a:p>
          </p:txBody>
        </p:sp>
      </p:grpSp>
      <p:grpSp>
        <p:nvGrpSpPr>
          <p:cNvPr name="Group 36" id="36"/>
          <p:cNvGrpSpPr/>
          <p:nvPr/>
        </p:nvGrpSpPr>
        <p:grpSpPr>
          <a:xfrm rot="0">
            <a:off x="6240719" y="5726001"/>
            <a:ext cx="851316" cy="851316"/>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36414"/>
            </a:solidFill>
          </p:spPr>
        </p:sp>
        <p:sp>
          <p:nvSpPr>
            <p:cNvPr name="TextBox 38" id="38"/>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03</a:t>
              </a:r>
            </a:p>
          </p:txBody>
        </p:sp>
      </p:grpSp>
      <p:grpSp>
        <p:nvGrpSpPr>
          <p:cNvPr name="Group 39" id="39"/>
          <p:cNvGrpSpPr/>
          <p:nvPr/>
        </p:nvGrpSpPr>
        <p:grpSpPr>
          <a:xfrm rot="0">
            <a:off x="12789191" y="5771712"/>
            <a:ext cx="2806343" cy="801420"/>
            <a:chOff x="0" y="0"/>
            <a:chExt cx="739119" cy="211074"/>
          </a:xfrm>
        </p:grpSpPr>
        <p:sp>
          <p:nvSpPr>
            <p:cNvPr name="Freeform 40" id="40"/>
            <p:cNvSpPr/>
            <p:nvPr/>
          </p:nvSpPr>
          <p:spPr>
            <a:xfrm flipH="false" flipV="false" rot="0">
              <a:off x="0" y="0"/>
              <a:ext cx="739119" cy="211074"/>
            </a:xfrm>
            <a:custGeom>
              <a:avLst/>
              <a:gdLst/>
              <a:ahLst/>
              <a:cxnLst/>
              <a:rect r="r" b="b" t="t" l="l"/>
              <a:pathLst>
                <a:path h="211074" w="739119">
                  <a:moveTo>
                    <a:pt x="105537" y="0"/>
                  </a:moveTo>
                  <a:lnTo>
                    <a:pt x="633582" y="0"/>
                  </a:lnTo>
                  <a:cubicBezTo>
                    <a:pt x="661573" y="0"/>
                    <a:pt x="688416" y="11119"/>
                    <a:pt x="708208" y="30911"/>
                  </a:cubicBezTo>
                  <a:cubicBezTo>
                    <a:pt x="728000" y="50703"/>
                    <a:pt x="739119" y="77547"/>
                    <a:pt x="739119" y="105537"/>
                  </a:cubicBezTo>
                  <a:lnTo>
                    <a:pt x="739119" y="105537"/>
                  </a:lnTo>
                  <a:cubicBezTo>
                    <a:pt x="739119" y="163823"/>
                    <a:pt x="691869" y="211074"/>
                    <a:pt x="633582" y="211074"/>
                  </a:cubicBezTo>
                  <a:lnTo>
                    <a:pt x="105537" y="211074"/>
                  </a:lnTo>
                  <a:cubicBezTo>
                    <a:pt x="77547" y="211074"/>
                    <a:pt x="50703" y="199955"/>
                    <a:pt x="30911" y="180163"/>
                  </a:cubicBezTo>
                  <a:cubicBezTo>
                    <a:pt x="11119" y="160371"/>
                    <a:pt x="0" y="133527"/>
                    <a:pt x="0" y="105537"/>
                  </a:cubicBezTo>
                  <a:lnTo>
                    <a:pt x="0" y="105537"/>
                  </a:lnTo>
                  <a:cubicBezTo>
                    <a:pt x="0" y="77547"/>
                    <a:pt x="11119" y="50703"/>
                    <a:pt x="30911" y="30911"/>
                  </a:cubicBezTo>
                  <a:cubicBezTo>
                    <a:pt x="50703" y="11119"/>
                    <a:pt x="77547" y="0"/>
                    <a:pt x="105537" y="0"/>
                  </a:cubicBezTo>
                  <a:close/>
                </a:path>
              </a:pathLst>
            </a:custGeom>
            <a:solidFill>
              <a:srgbClr val="E36414"/>
            </a:solidFill>
          </p:spPr>
        </p:sp>
        <p:sp>
          <p:nvSpPr>
            <p:cNvPr name="TextBox 41" id="41"/>
            <p:cNvSpPr txBox="true"/>
            <p:nvPr/>
          </p:nvSpPr>
          <p:spPr>
            <a:xfrm>
              <a:off x="0" y="-47625"/>
              <a:ext cx="739119" cy="258699"/>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Core Modules</a:t>
              </a:r>
            </a:p>
          </p:txBody>
        </p:sp>
      </p:grpSp>
      <p:grpSp>
        <p:nvGrpSpPr>
          <p:cNvPr name="Group 42" id="42"/>
          <p:cNvGrpSpPr/>
          <p:nvPr/>
        </p:nvGrpSpPr>
        <p:grpSpPr>
          <a:xfrm rot="0">
            <a:off x="12789191" y="7446873"/>
            <a:ext cx="2806343" cy="801420"/>
            <a:chOff x="0" y="0"/>
            <a:chExt cx="739119" cy="211074"/>
          </a:xfrm>
        </p:grpSpPr>
        <p:sp>
          <p:nvSpPr>
            <p:cNvPr name="Freeform 43" id="43"/>
            <p:cNvSpPr/>
            <p:nvPr/>
          </p:nvSpPr>
          <p:spPr>
            <a:xfrm flipH="false" flipV="false" rot="0">
              <a:off x="0" y="0"/>
              <a:ext cx="739119" cy="211074"/>
            </a:xfrm>
            <a:custGeom>
              <a:avLst/>
              <a:gdLst/>
              <a:ahLst/>
              <a:cxnLst/>
              <a:rect r="r" b="b" t="t" l="l"/>
              <a:pathLst>
                <a:path h="211074" w="739119">
                  <a:moveTo>
                    <a:pt x="105537" y="0"/>
                  </a:moveTo>
                  <a:lnTo>
                    <a:pt x="633582" y="0"/>
                  </a:lnTo>
                  <a:cubicBezTo>
                    <a:pt x="661573" y="0"/>
                    <a:pt x="688416" y="11119"/>
                    <a:pt x="708208" y="30911"/>
                  </a:cubicBezTo>
                  <a:cubicBezTo>
                    <a:pt x="728000" y="50703"/>
                    <a:pt x="739119" y="77547"/>
                    <a:pt x="739119" y="105537"/>
                  </a:cubicBezTo>
                  <a:lnTo>
                    <a:pt x="739119" y="105537"/>
                  </a:lnTo>
                  <a:cubicBezTo>
                    <a:pt x="739119" y="163823"/>
                    <a:pt x="691869" y="211074"/>
                    <a:pt x="633582" y="211074"/>
                  </a:cubicBezTo>
                  <a:lnTo>
                    <a:pt x="105537" y="211074"/>
                  </a:lnTo>
                  <a:cubicBezTo>
                    <a:pt x="77547" y="211074"/>
                    <a:pt x="50703" y="199955"/>
                    <a:pt x="30911" y="180163"/>
                  </a:cubicBezTo>
                  <a:cubicBezTo>
                    <a:pt x="11119" y="160371"/>
                    <a:pt x="0" y="133527"/>
                    <a:pt x="0" y="105537"/>
                  </a:cubicBezTo>
                  <a:lnTo>
                    <a:pt x="0" y="105537"/>
                  </a:lnTo>
                  <a:cubicBezTo>
                    <a:pt x="0" y="77547"/>
                    <a:pt x="11119" y="50703"/>
                    <a:pt x="30911" y="30911"/>
                  </a:cubicBezTo>
                  <a:cubicBezTo>
                    <a:pt x="50703" y="11119"/>
                    <a:pt x="77547" y="0"/>
                    <a:pt x="105537" y="0"/>
                  </a:cubicBezTo>
                  <a:close/>
                </a:path>
              </a:pathLst>
            </a:custGeom>
            <a:solidFill>
              <a:srgbClr val="E36414"/>
            </a:solidFill>
          </p:spPr>
        </p:sp>
        <p:sp>
          <p:nvSpPr>
            <p:cNvPr name="TextBox 44" id="44"/>
            <p:cNvSpPr txBox="true"/>
            <p:nvPr/>
          </p:nvSpPr>
          <p:spPr>
            <a:xfrm>
              <a:off x="0" y="-47625"/>
              <a:ext cx="739119" cy="258699"/>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Key Code Snippets</a:t>
              </a:r>
            </a:p>
          </p:txBody>
        </p:sp>
      </p:grpSp>
      <p:grpSp>
        <p:nvGrpSpPr>
          <p:cNvPr name="Group 45" id="45"/>
          <p:cNvGrpSpPr/>
          <p:nvPr/>
        </p:nvGrpSpPr>
        <p:grpSpPr>
          <a:xfrm rot="0">
            <a:off x="10547172" y="9035241"/>
            <a:ext cx="2806343" cy="801420"/>
            <a:chOff x="0" y="0"/>
            <a:chExt cx="739119" cy="211074"/>
          </a:xfrm>
        </p:grpSpPr>
        <p:sp>
          <p:nvSpPr>
            <p:cNvPr name="Freeform 46" id="46"/>
            <p:cNvSpPr/>
            <p:nvPr/>
          </p:nvSpPr>
          <p:spPr>
            <a:xfrm flipH="false" flipV="false" rot="0">
              <a:off x="0" y="0"/>
              <a:ext cx="739119" cy="211074"/>
            </a:xfrm>
            <a:custGeom>
              <a:avLst/>
              <a:gdLst/>
              <a:ahLst/>
              <a:cxnLst/>
              <a:rect r="r" b="b" t="t" l="l"/>
              <a:pathLst>
                <a:path h="211074" w="739119">
                  <a:moveTo>
                    <a:pt x="105537" y="0"/>
                  </a:moveTo>
                  <a:lnTo>
                    <a:pt x="633582" y="0"/>
                  </a:lnTo>
                  <a:cubicBezTo>
                    <a:pt x="661573" y="0"/>
                    <a:pt x="688416" y="11119"/>
                    <a:pt x="708208" y="30911"/>
                  </a:cubicBezTo>
                  <a:cubicBezTo>
                    <a:pt x="728000" y="50703"/>
                    <a:pt x="739119" y="77547"/>
                    <a:pt x="739119" y="105537"/>
                  </a:cubicBezTo>
                  <a:lnTo>
                    <a:pt x="739119" y="105537"/>
                  </a:lnTo>
                  <a:cubicBezTo>
                    <a:pt x="739119" y="163823"/>
                    <a:pt x="691869" y="211074"/>
                    <a:pt x="633582" y="211074"/>
                  </a:cubicBezTo>
                  <a:lnTo>
                    <a:pt x="105537" y="211074"/>
                  </a:lnTo>
                  <a:cubicBezTo>
                    <a:pt x="77547" y="211074"/>
                    <a:pt x="50703" y="199955"/>
                    <a:pt x="30911" y="180163"/>
                  </a:cubicBezTo>
                  <a:cubicBezTo>
                    <a:pt x="11119" y="160371"/>
                    <a:pt x="0" y="133527"/>
                    <a:pt x="0" y="105537"/>
                  </a:cubicBezTo>
                  <a:lnTo>
                    <a:pt x="0" y="105537"/>
                  </a:lnTo>
                  <a:cubicBezTo>
                    <a:pt x="0" y="77547"/>
                    <a:pt x="11119" y="50703"/>
                    <a:pt x="30911" y="30911"/>
                  </a:cubicBezTo>
                  <a:cubicBezTo>
                    <a:pt x="50703" y="11119"/>
                    <a:pt x="77547" y="0"/>
                    <a:pt x="105537" y="0"/>
                  </a:cubicBezTo>
                  <a:close/>
                </a:path>
              </a:pathLst>
            </a:custGeom>
            <a:solidFill>
              <a:srgbClr val="E36414"/>
            </a:solidFill>
          </p:spPr>
        </p:sp>
        <p:sp>
          <p:nvSpPr>
            <p:cNvPr name="TextBox 47" id="47"/>
            <p:cNvSpPr txBox="true"/>
            <p:nvPr/>
          </p:nvSpPr>
          <p:spPr>
            <a:xfrm>
              <a:off x="0" y="-47625"/>
              <a:ext cx="739119" cy="258699"/>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Conclusion</a:t>
              </a:r>
            </a:p>
          </p:txBody>
        </p:sp>
      </p:grpSp>
      <p:grpSp>
        <p:nvGrpSpPr>
          <p:cNvPr name="Group 48" id="48"/>
          <p:cNvGrpSpPr/>
          <p:nvPr/>
        </p:nvGrpSpPr>
        <p:grpSpPr>
          <a:xfrm rot="0">
            <a:off x="11423525" y="4228857"/>
            <a:ext cx="851316" cy="851316"/>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36414"/>
            </a:solidFill>
          </p:spPr>
        </p:sp>
        <p:sp>
          <p:nvSpPr>
            <p:cNvPr name="TextBox 50" id="50"/>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06</a:t>
              </a:r>
            </a:p>
          </p:txBody>
        </p:sp>
      </p:grpSp>
      <p:grpSp>
        <p:nvGrpSpPr>
          <p:cNvPr name="Group 51" id="51"/>
          <p:cNvGrpSpPr/>
          <p:nvPr/>
        </p:nvGrpSpPr>
        <p:grpSpPr>
          <a:xfrm rot="0">
            <a:off x="9347693" y="8985346"/>
            <a:ext cx="851316" cy="851316"/>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36414"/>
            </a:solidFill>
          </p:spPr>
        </p:sp>
        <p:sp>
          <p:nvSpPr>
            <p:cNvPr name="TextBox 53" id="53"/>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09</a:t>
              </a:r>
            </a:p>
          </p:txBody>
        </p:sp>
      </p:grpSp>
      <p:grpSp>
        <p:nvGrpSpPr>
          <p:cNvPr name="Group 54" id="54"/>
          <p:cNvGrpSpPr/>
          <p:nvPr/>
        </p:nvGrpSpPr>
        <p:grpSpPr>
          <a:xfrm rot="0">
            <a:off x="11423525" y="7421925"/>
            <a:ext cx="851316" cy="851316"/>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36414"/>
            </a:solidFill>
          </p:spPr>
        </p:sp>
        <p:sp>
          <p:nvSpPr>
            <p:cNvPr name="TextBox 56" id="56"/>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08</a:t>
              </a:r>
            </a:p>
          </p:txBody>
        </p:sp>
      </p:grpSp>
      <p:grpSp>
        <p:nvGrpSpPr>
          <p:cNvPr name="Group 57" id="57"/>
          <p:cNvGrpSpPr/>
          <p:nvPr/>
        </p:nvGrpSpPr>
        <p:grpSpPr>
          <a:xfrm rot="0">
            <a:off x="11423525" y="5771712"/>
            <a:ext cx="851316" cy="851316"/>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36414"/>
            </a:solidFill>
          </p:spPr>
        </p:sp>
        <p:sp>
          <p:nvSpPr>
            <p:cNvPr name="TextBox 59" id="59"/>
            <p:cNvSpPr txBox="true"/>
            <p:nvPr/>
          </p:nvSpPr>
          <p:spPr>
            <a:xfrm>
              <a:off x="76200" y="28575"/>
              <a:ext cx="660400" cy="708025"/>
            </a:xfrm>
            <a:prstGeom prst="rect">
              <a:avLst/>
            </a:prstGeom>
          </p:spPr>
          <p:txBody>
            <a:bodyPr anchor="ctr" rtlCol="false" tIns="50800" lIns="50800" bIns="50800" rIns="50800"/>
            <a:lstStyle/>
            <a:p>
              <a:pPr algn="ctr">
                <a:lnSpc>
                  <a:spcPts val="3499"/>
                </a:lnSpc>
              </a:pPr>
              <a:r>
                <a:rPr lang="en-US" sz="2499">
                  <a:solidFill>
                    <a:srgbClr val="000000"/>
                  </a:solidFill>
                  <a:latin typeface="Lato"/>
                  <a:ea typeface="Lato"/>
                  <a:cs typeface="Lato"/>
                  <a:sym typeface="Lato"/>
                </a:rPr>
                <a:t>07</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4E6"/>
        </a:solidFill>
      </p:bgPr>
    </p:bg>
    <p:spTree>
      <p:nvGrpSpPr>
        <p:cNvPr id="1" name=""/>
        <p:cNvGrpSpPr/>
        <p:nvPr/>
      </p:nvGrpSpPr>
      <p:grpSpPr>
        <a:xfrm>
          <a:off x="0" y="0"/>
          <a:ext cx="0" cy="0"/>
          <a:chOff x="0" y="0"/>
          <a:chExt cx="0" cy="0"/>
        </a:xfrm>
      </p:grpSpPr>
      <p:grpSp>
        <p:nvGrpSpPr>
          <p:cNvPr name="Group 2" id="2"/>
          <p:cNvGrpSpPr/>
          <p:nvPr/>
        </p:nvGrpSpPr>
        <p:grpSpPr>
          <a:xfrm rot="0">
            <a:off x="1978593" y="3080777"/>
            <a:ext cx="13075187" cy="6068607"/>
            <a:chOff x="0" y="0"/>
            <a:chExt cx="3443671" cy="1598316"/>
          </a:xfrm>
        </p:grpSpPr>
        <p:sp>
          <p:nvSpPr>
            <p:cNvPr name="Freeform 3" id="3"/>
            <p:cNvSpPr/>
            <p:nvPr/>
          </p:nvSpPr>
          <p:spPr>
            <a:xfrm flipH="false" flipV="false" rot="0">
              <a:off x="0" y="0"/>
              <a:ext cx="3443670" cy="1598316"/>
            </a:xfrm>
            <a:custGeom>
              <a:avLst/>
              <a:gdLst/>
              <a:ahLst/>
              <a:cxnLst/>
              <a:rect r="r" b="b" t="t" l="l"/>
              <a:pathLst>
                <a:path h="1598316" w="3443670">
                  <a:moveTo>
                    <a:pt x="30197" y="0"/>
                  </a:moveTo>
                  <a:lnTo>
                    <a:pt x="3413473" y="0"/>
                  </a:lnTo>
                  <a:cubicBezTo>
                    <a:pt x="3430151" y="0"/>
                    <a:pt x="3443670" y="13520"/>
                    <a:pt x="3443670" y="30197"/>
                  </a:cubicBezTo>
                  <a:lnTo>
                    <a:pt x="3443670" y="1568119"/>
                  </a:lnTo>
                  <a:cubicBezTo>
                    <a:pt x="3443670" y="1584796"/>
                    <a:pt x="3430151" y="1598316"/>
                    <a:pt x="3413473" y="1598316"/>
                  </a:cubicBezTo>
                  <a:lnTo>
                    <a:pt x="30197" y="1598316"/>
                  </a:lnTo>
                  <a:cubicBezTo>
                    <a:pt x="13520" y="1598316"/>
                    <a:pt x="0" y="1584796"/>
                    <a:pt x="0" y="1568119"/>
                  </a:cubicBezTo>
                  <a:lnTo>
                    <a:pt x="0" y="30197"/>
                  </a:lnTo>
                  <a:cubicBezTo>
                    <a:pt x="0" y="13520"/>
                    <a:pt x="13520" y="0"/>
                    <a:pt x="30197" y="0"/>
                  </a:cubicBezTo>
                  <a:close/>
                </a:path>
              </a:pathLst>
            </a:custGeom>
            <a:solidFill>
              <a:srgbClr val="CCBBA9"/>
            </a:solidFill>
          </p:spPr>
        </p:sp>
        <p:sp>
          <p:nvSpPr>
            <p:cNvPr name="TextBox 4" id="4"/>
            <p:cNvSpPr txBox="true"/>
            <p:nvPr/>
          </p:nvSpPr>
          <p:spPr>
            <a:xfrm>
              <a:off x="0" y="-66675"/>
              <a:ext cx="3443671" cy="1664991"/>
            </a:xfrm>
            <a:prstGeom prst="rect">
              <a:avLst/>
            </a:prstGeom>
          </p:spPr>
          <p:txBody>
            <a:bodyPr anchor="ctr" rtlCol="false" tIns="50800" lIns="50800" bIns="50800" rIns="50800"/>
            <a:lstStyle/>
            <a:p>
              <a:pPr algn="just">
                <a:lnSpc>
                  <a:spcPts val="4619"/>
                </a:lnSpc>
              </a:pPr>
            </a:p>
          </p:txBody>
        </p:sp>
      </p:grpSp>
      <p:sp>
        <p:nvSpPr>
          <p:cNvPr name="TextBox 5" id="5"/>
          <p:cNvSpPr txBox="true"/>
          <p:nvPr/>
        </p:nvSpPr>
        <p:spPr>
          <a:xfrm rot="0">
            <a:off x="5071542" y="975882"/>
            <a:ext cx="7317933" cy="1273809"/>
          </a:xfrm>
          <a:prstGeom prst="rect">
            <a:avLst/>
          </a:prstGeom>
        </p:spPr>
        <p:txBody>
          <a:bodyPr anchor="t" rtlCol="false" tIns="0" lIns="0" bIns="0" rIns="0">
            <a:spAutoFit/>
          </a:bodyPr>
          <a:lstStyle/>
          <a:p>
            <a:pPr algn="l">
              <a:lnSpc>
                <a:spcPts val="8899"/>
              </a:lnSpc>
            </a:pPr>
            <a:r>
              <a:rPr lang="en-US" sz="9999" b="true">
                <a:solidFill>
                  <a:srgbClr val="4A2E2A"/>
                </a:solidFill>
                <a:latin typeface="Libra Serif Modern Bold"/>
                <a:ea typeface="Libra Serif Modern Bold"/>
                <a:cs typeface="Libra Serif Modern Bold"/>
                <a:sym typeface="Libra Serif Modern Bold"/>
              </a:rPr>
              <a:t>ABSTRACT</a:t>
            </a:r>
          </a:p>
        </p:txBody>
      </p:sp>
      <p:sp>
        <p:nvSpPr>
          <p:cNvPr name="Freeform 6" id="6"/>
          <p:cNvSpPr/>
          <p:nvPr/>
        </p:nvSpPr>
        <p:spPr>
          <a:xfrm flipH="false" flipV="false" rot="0">
            <a:off x="14791295" y="-835347"/>
            <a:ext cx="4936011" cy="4629567"/>
          </a:xfrm>
          <a:custGeom>
            <a:avLst/>
            <a:gdLst/>
            <a:ahLst/>
            <a:cxnLst/>
            <a:rect r="r" b="b" t="t" l="l"/>
            <a:pathLst>
              <a:path h="4629567" w="4936011">
                <a:moveTo>
                  <a:pt x="0" y="0"/>
                </a:moveTo>
                <a:lnTo>
                  <a:pt x="4936010" y="0"/>
                </a:lnTo>
                <a:lnTo>
                  <a:pt x="4936010" y="4629567"/>
                </a:lnTo>
                <a:lnTo>
                  <a:pt x="0" y="4629567"/>
                </a:lnTo>
                <a:lnTo>
                  <a:pt x="0" y="0"/>
                </a:lnTo>
                <a:close/>
              </a:path>
            </a:pathLst>
          </a:custGeom>
          <a:blipFill>
            <a:blip r:embed="rId2"/>
            <a:stretch>
              <a:fillRect l="0" t="0" r="0" b="0"/>
            </a:stretch>
          </a:blipFill>
        </p:spPr>
      </p:sp>
      <p:sp>
        <p:nvSpPr>
          <p:cNvPr name="TextBox 7" id="7"/>
          <p:cNvSpPr txBox="true"/>
          <p:nvPr/>
        </p:nvSpPr>
        <p:spPr>
          <a:xfrm rot="0">
            <a:off x="2732927" y="3897132"/>
            <a:ext cx="11566519" cy="4678326"/>
          </a:xfrm>
          <a:prstGeom prst="rect">
            <a:avLst/>
          </a:prstGeom>
        </p:spPr>
        <p:txBody>
          <a:bodyPr anchor="t" rtlCol="false" tIns="0" lIns="0" bIns="0" rIns="0">
            <a:spAutoFit/>
          </a:bodyPr>
          <a:lstStyle/>
          <a:p>
            <a:pPr algn="just">
              <a:lnSpc>
                <a:spcPts val="4674"/>
              </a:lnSpc>
              <a:spcBef>
                <a:spcPct val="0"/>
              </a:spcBef>
            </a:pPr>
            <a:r>
              <a:rPr lang="en-US" sz="3338">
                <a:solidFill>
                  <a:srgbClr val="4A2E2A"/>
                </a:solidFill>
                <a:latin typeface="Lato"/>
                <a:ea typeface="Lato"/>
                <a:cs typeface="Lato"/>
                <a:sym typeface="Lato"/>
              </a:rPr>
              <a:t>E-Booking is a web-based movie ticket booking system that all</a:t>
            </a:r>
            <a:r>
              <a:rPr lang="en-US" sz="3338">
                <a:solidFill>
                  <a:srgbClr val="4A2E2A"/>
                </a:solidFill>
                <a:latin typeface="Lato"/>
                <a:ea typeface="Lato"/>
                <a:cs typeface="Lato"/>
                <a:sym typeface="Lato"/>
              </a:rPr>
              <a:t>ows users to browse movies, select shows and seats, and confirm bookings online. Developed using HTML, CSS, and JavaScript, the system provides a simple, responsive, and user-friendly booking experience. It also includes seat availability, booking history, and cancellation features.</a:t>
            </a:r>
          </a:p>
          <a:p>
            <a:pPr algn="just">
              <a:lnSpc>
                <a:spcPts val="839"/>
              </a:lnSpc>
              <a:spcBef>
                <a:spcPct val="0"/>
              </a:spcBef>
            </a:pPr>
          </a:p>
          <a:p>
            <a:pPr algn="just">
              <a:lnSpc>
                <a:spcPts val="1120"/>
              </a:lnSpc>
              <a:spcBef>
                <a:spcPct val="0"/>
              </a:spcBef>
            </a:pPr>
          </a:p>
          <a:p>
            <a:pPr algn="just">
              <a:lnSpc>
                <a:spcPts val="3554"/>
              </a:lnSpc>
              <a:spcBef>
                <a:spcPct val="0"/>
              </a:spcBef>
            </a:pPr>
            <a:r>
              <a:rPr lang="en-US" b="true" sz="2538">
                <a:solidFill>
                  <a:srgbClr val="4A2E2A"/>
                </a:solidFill>
                <a:latin typeface="Lato Bold"/>
                <a:ea typeface="Lato Bold"/>
                <a:cs typeface="Lato Bold"/>
                <a:sym typeface="Lato Bold"/>
              </a:rPr>
              <a:t>ABSTRACT: </a:t>
            </a:r>
            <a:r>
              <a:rPr lang="en-US" b="true" sz="2538" u="sng">
                <a:solidFill>
                  <a:srgbClr val="4A2E2A"/>
                </a:solidFill>
                <a:latin typeface="Lato Bold"/>
                <a:ea typeface="Lato Bold"/>
                <a:cs typeface="Lato Bold"/>
                <a:sym typeface="Lato Bold"/>
                <a:hlinkClick r:id="rId3" tooltip="https://drive.google.com/file/d/1DJ8xmLhADITFvreV73cHDFqjPSwh-_iX/view?usp=drivesdk"/>
              </a:rPr>
              <a:t>https://drive.google.com/file/d/1DJ8xmLhADITFvreV73cHDFqjPSw h-_iX/view?usp=drivesdk</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4E6"/>
        </a:solidFill>
      </p:bgPr>
    </p:bg>
    <p:spTree>
      <p:nvGrpSpPr>
        <p:cNvPr id="1" name=""/>
        <p:cNvGrpSpPr/>
        <p:nvPr/>
      </p:nvGrpSpPr>
      <p:grpSpPr>
        <a:xfrm>
          <a:off x="0" y="0"/>
          <a:ext cx="0" cy="0"/>
          <a:chOff x="0" y="0"/>
          <a:chExt cx="0" cy="0"/>
        </a:xfrm>
      </p:grpSpPr>
      <p:grpSp>
        <p:nvGrpSpPr>
          <p:cNvPr name="Group 2" id="2"/>
          <p:cNvGrpSpPr/>
          <p:nvPr/>
        </p:nvGrpSpPr>
        <p:grpSpPr>
          <a:xfrm rot="0">
            <a:off x="10965024" y="-179854"/>
            <a:ext cx="8399487" cy="10466854"/>
            <a:chOff x="0" y="0"/>
            <a:chExt cx="1301300" cy="1621590"/>
          </a:xfrm>
        </p:grpSpPr>
        <p:sp>
          <p:nvSpPr>
            <p:cNvPr name="Freeform 3" id="3"/>
            <p:cNvSpPr/>
            <p:nvPr/>
          </p:nvSpPr>
          <p:spPr>
            <a:xfrm flipH="false" flipV="false" rot="0">
              <a:off x="0" y="0"/>
              <a:ext cx="1301300" cy="1621590"/>
            </a:xfrm>
            <a:custGeom>
              <a:avLst/>
              <a:gdLst/>
              <a:ahLst/>
              <a:cxnLst/>
              <a:rect r="r" b="b" t="t" l="l"/>
              <a:pathLst>
                <a:path h="1621590" w="1301300">
                  <a:moveTo>
                    <a:pt x="0" y="0"/>
                  </a:moveTo>
                  <a:lnTo>
                    <a:pt x="1301300" y="0"/>
                  </a:lnTo>
                  <a:lnTo>
                    <a:pt x="1301300" y="1621590"/>
                  </a:lnTo>
                  <a:lnTo>
                    <a:pt x="0" y="1621590"/>
                  </a:lnTo>
                  <a:close/>
                </a:path>
              </a:pathLst>
            </a:custGeom>
            <a:blipFill>
              <a:blip r:embed="rId2"/>
              <a:stretch>
                <a:fillRect l="-115038" t="0" r="-6495" b="0"/>
              </a:stretch>
            </a:blipFill>
          </p:spPr>
        </p:sp>
      </p:grpSp>
      <p:sp>
        <p:nvSpPr>
          <p:cNvPr name="Freeform 4" id="4"/>
          <p:cNvSpPr/>
          <p:nvPr/>
        </p:nvSpPr>
        <p:spPr>
          <a:xfrm flipH="false" flipV="false" rot="0">
            <a:off x="9856357" y="7084335"/>
            <a:ext cx="4540920" cy="4347931"/>
          </a:xfrm>
          <a:custGeom>
            <a:avLst/>
            <a:gdLst/>
            <a:ahLst/>
            <a:cxnLst/>
            <a:rect r="r" b="b" t="t" l="l"/>
            <a:pathLst>
              <a:path h="4347931" w="4540920">
                <a:moveTo>
                  <a:pt x="0" y="0"/>
                </a:moveTo>
                <a:lnTo>
                  <a:pt x="4540920" y="0"/>
                </a:lnTo>
                <a:lnTo>
                  <a:pt x="4540920" y="4347930"/>
                </a:lnTo>
                <a:lnTo>
                  <a:pt x="0" y="4347930"/>
                </a:lnTo>
                <a:lnTo>
                  <a:pt x="0" y="0"/>
                </a:lnTo>
                <a:close/>
              </a:path>
            </a:pathLst>
          </a:custGeom>
          <a:blipFill>
            <a:blip r:embed="rId3"/>
            <a:stretch>
              <a:fillRect l="0" t="0" r="0" b="0"/>
            </a:stretch>
          </a:blipFill>
        </p:spPr>
      </p:sp>
      <p:sp>
        <p:nvSpPr>
          <p:cNvPr name="TextBox 5" id="5"/>
          <p:cNvSpPr txBox="true"/>
          <p:nvPr/>
        </p:nvSpPr>
        <p:spPr>
          <a:xfrm rot="0">
            <a:off x="1028700" y="809625"/>
            <a:ext cx="8543103" cy="1760501"/>
          </a:xfrm>
          <a:prstGeom prst="rect">
            <a:avLst/>
          </a:prstGeom>
        </p:spPr>
        <p:txBody>
          <a:bodyPr anchor="t" rtlCol="false" tIns="0" lIns="0" bIns="0" rIns="0">
            <a:spAutoFit/>
          </a:bodyPr>
          <a:lstStyle/>
          <a:p>
            <a:pPr algn="l">
              <a:lnSpc>
                <a:spcPts val="13999"/>
              </a:lnSpc>
            </a:pPr>
            <a:r>
              <a:rPr lang="en-US" sz="9999" b="true">
                <a:solidFill>
                  <a:srgbClr val="4A2E2A"/>
                </a:solidFill>
                <a:latin typeface="Libra Serif Modern Bold"/>
                <a:ea typeface="Libra Serif Modern Bold"/>
                <a:cs typeface="Libra Serif Modern Bold"/>
                <a:sym typeface="Libra Serif Modern Bold"/>
              </a:rPr>
              <a:t>Intr</a:t>
            </a:r>
            <a:r>
              <a:rPr lang="en-US" sz="9999" b="true">
                <a:solidFill>
                  <a:srgbClr val="4A2E2A"/>
                </a:solidFill>
                <a:latin typeface="Libra Serif Modern Bold"/>
                <a:ea typeface="Libra Serif Modern Bold"/>
                <a:cs typeface="Libra Serif Modern Bold"/>
                <a:sym typeface="Libra Serif Modern Bold"/>
              </a:rPr>
              <a:t>oduction</a:t>
            </a:r>
          </a:p>
        </p:txBody>
      </p:sp>
      <p:sp>
        <p:nvSpPr>
          <p:cNvPr name="TextBox 6" id="6"/>
          <p:cNvSpPr txBox="true"/>
          <p:nvPr/>
        </p:nvSpPr>
        <p:spPr>
          <a:xfrm rot="0">
            <a:off x="1028700" y="3186493"/>
            <a:ext cx="8543103" cy="5459730"/>
          </a:xfrm>
          <a:prstGeom prst="rect">
            <a:avLst/>
          </a:prstGeom>
        </p:spPr>
        <p:txBody>
          <a:bodyPr anchor="t" rtlCol="false" tIns="0" lIns="0" bIns="0" rIns="0">
            <a:spAutoFit/>
          </a:bodyPr>
          <a:lstStyle/>
          <a:p>
            <a:pPr algn="just">
              <a:lnSpc>
                <a:spcPts val="3639"/>
              </a:lnSpc>
            </a:pPr>
            <a:r>
              <a:rPr lang="en-US" sz="2599">
                <a:solidFill>
                  <a:srgbClr val="563E3A"/>
                </a:solidFill>
                <a:latin typeface="Lato"/>
                <a:ea typeface="Lato"/>
                <a:cs typeface="Lato"/>
                <a:sym typeface="Lato"/>
              </a:rPr>
              <a:t>   E-Booking is a web-based movie ticket booking system designed to make the process of searching and booking movies simple, fast, and convenient. The website allows users to view available movies, select a movie and show, choose their preferred seats, and confirm their booking online. It provides an easy-to-use interface for managing movie and booking information. The system is developed using HTML, CSS, and JavaScript, focusing on a responsive and user-friendly design. E-Booking reduces the need for manual ticket booking and provides users with a convenient digital movie-booking experience.</a:t>
            </a:r>
          </a:p>
          <a:p>
            <a:pPr algn="l">
              <a:lnSpc>
                <a:spcPts val="349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4E6"/>
        </a:solidFill>
      </p:bgPr>
    </p:bg>
    <p:spTree>
      <p:nvGrpSpPr>
        <p:cNvPr id="1" name=""/>
        <p:cNvGrpSpPr/>
        <p:nvPr/>
      </p:nvGrpSpPr>
      <p:grpSpPr>
        <a:xfrm>
          <a:off x="0" y="0"/>
          <a:ext cx="0" cy="0"/>
          <a:chOff x="0" y="0"/>
          <a:chExt cx="0" cy="0"/>
        </a:xfrm>
      </p:grpSpPr>
      <p:grpSp>
        <p:nvGrpSpPr>
          <p:cNvPr name="Group 2" id="2"/>
          <p:cNvGrpSpPr/>
          <p:nvPr/>
        </p:nvGrpSpPr>
        <p:grpSpPr>
          <a:xfrm rot="0">
            <a:off x="10517825" y="0"/>
            <a:ext cx="7770175" cy="10287000"/>
            <a:chOff x="0" y="0"/>
            <a:chExt cx="1203803" cy="1593725"/>
          </a:xfrm>
        </p:grpSpPr>
        <p:sp>
          <p:nvSpPr>
            <p:cNvPr name="Freeform 3" id="3"/>
            <p:cNvSpPr/>
            <p:nvPr/>
          </p:nvSpPr>
          <p:spPr>
            <a:xfrm flipH="false" flipV="false" rot="0">
              <a:off x="0" y="0"/>
              <a:ext cx="1203803" cy="1593725"/>
            </a:xfrm>
            <a:custGeom>
              <a:avLst/>
              <a:gdLst/>
              <a:ahLst/>
              <a:cxnLst/>
              <a:rect r="r" b="b" t="t" l="l"/>
              <a:pathLst>
                <a:path h="1593725" w="1203803">
                  <a:moveTo>
                    <a:pt x="0" y="0"/>
                  </a:moveTo>
                  <a:lnTo>
                    <a:pt x="1203803" y="0"/>
                  </a:lnTo>
                  <a:lnTo>
                    <a:pt x="1203803" y="1593725"/>
                  </a:lnTo>
                  <a:lnTo>
                    <a:pt x="0" y="1593725"/>
                  </a:lnTo>
                  <a:close/>
                </a:path>
              </a:pathLst>
            </a:custGeom>
            <a:blipFill>
              <a:blip r:embed="rId2"/>
              <a:stretch>
                <a:fillRect l="-49355" t="0" r="-49355" b="0"/>
              </a:stretch>
            </a:blipFill>
          </p:spPr>
        </p:sp>
      </p:grpSp>
      <p:sp>
        <p:nvSpPr>
          <p:cNvPr name="Freeform 4" id="4"/>
          <p:cNvSpPr/>
          <p:nvPr/>
        </p:nvSpPr>
        <p:spPr>
          <a:xfrm flipH="false" flipV="false" rot="0">
            <a:off x="14537484" y="7584650"/>
            <a:ext cx="3319660" cy="3347300"/>
          </a:xfrm>
          <a:custGeom>
            <a:avLst/>
            <a:gdLst/>
            <a:ahLst/>
            <a:cxnLst/>
            <a:rect r="r" b="b" t="t" l="l"/>
            <a:pathLst>
              <a:path h="3347300" w="3319660">
                <a:moveTo>
                  <a:pt x="0" y="0"/>
                </a:moveTo>
                <a:lnTo>
                  <a:pt x="3319660" y="0"/>
                </a:lnTo>
                <a:lnTo>
                  <a:pt x="3319660" y="3347300"/>
                </a:lnTo>
                <a:lnTo>
                  <a:pt x="0" y="3347300"/>
                </a:lnTo>
                <a:lnTo>
                  <a:pt x="0" y="0"/>
                </a:lnTo>
                <a:close/>
              </a:path>
            </a:pathLst>
          </a:custGeom>
          <a:blipFill>
            <a:blip r:embed="rId3"/>
            <a:stretch>
              <a:fillRect l="0" t="0" r="0" b="0"/>
            </a:stretch>
          </a:blipFill>
        </p:spPr>
      </p:sp>
      <p:sp>
        <p:nvSpPr>
          <p:cNvPr name="TextBox 5" id="5"/>
          <p:cNvSpPr txBox="true"/>
          <p:nvPr/>
        </p:nvSpPr>
        <p:spPr>
          <a:xfrm rot="0">
            <a:off x="1028700" y="1133475"/>
            <a:ext cx="7555787" cy="2820034"/>
          </a:xfrm>
          <a:prstGeom prst="rect">
            <a:avLst/>
          </a:prstGeom>
        </p:spPr>
        <p:txBody>
          <a:bodyPr anchor="t" rtlCol="false" tIns="0" lIns="0" bIns="0" rIns="0">
            <a:spAutoFit/>
          </a:bodyPr>
          <a:lstStyle/>
          <a:p>
            <a:pPr algn="l">
              <a:lnSpc>
                <a:spcPts val="10599"/>
              </a:lnSpc>
            </a:pPr>
            <a:r>
              <a:rPr lang="en-US" sz="9999" b="true">
                <a:solidFill>
                  <a:srgbClr val="4A2E2A"/>
                </a:solidFill>
                <a:latin typeface="Libra Serif Modern Bold"/>
                <a:ea typeface="Libra Serif Modern Bold"/>
                <a:cs typeface="Libra Serif Modern Bold"/>
                <a:sym typeface="Libra Serif Modern Bold"/>
              </a:rPr>
              <a:t>Problem Statement</a:t>
            </a:r>
          </a:p>
        </p:txBody>
      </p:sp>
      <p:sp>
        <p:nvSpPr>
          <p:cNvPr name="TextBox 6" id="6"/>
          <p:cNvSpPr txBox="true"/>
          <p:nvPr/>
        </p:nvSpPr>
        <p:spPr>
          <a:xfrm rot="0">
            <a:off x="1028700" y="4238479"/>
            <a:ext cx="8115300" cy="2967355"/>
          </a:xfrm>
          <a:prstGeom prst="rect">
            <a:avLst/>
          </a:prstGeom>
        </p:spPr>
        <p:txBody>
          <a:bodyPr anchor="t" rtlCol="false" tIns="0" lIns="0" bIns="0" rIns="0">
            <a:spAutoFit/>
          </a:bodyPr>
          <a:lstStyle/>
          <a:p>
            <a:pPr algn="just">
              <a:lnSpc>
                <a:spcPts val="3919"/>
              </a:lnSpc>
              <a:spcBef>
                <a:spcPct val="0"/>
              </a:spcBef>
            </a:pPr>
            <a:r>
              <a:rPr lang="en-US" sz="2799">
                <a:solidFill>
                  <a:srgbClr val="563E3A"/>
                </a:solidFill>
                <a:latin typeface="Lato"/>
                <a:ea typeface="Lato"/>
                <a:cs typeface="Lato"/>
                <a:sym typeface="Lato"/>
              </a:rPr>
              <a:t>Traditional movie ticket booking can be time-consuming and inconvenient. Users may need to wait in queues and have difficulty checking movie and seat availability. E-Booking provides an online platform to browse movies, select shows and seats, and confirm tickets easily, reducing time and effort.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4E6"/>
        </a:solidFill>
      </p:bgPr>
    </p:bg>
    <p:spTree>
      <p:nvGrpSpPr>
        <p:cNvPr id="1" name=""/>
        <p:cNvGrpSpPr/>
        <p:nvPr/>
      </p:nvGrpSpPr>
      <p:grpSpPr>
        <a:xfrm>
          <a:off x="0" y="0"/>
          <a:ext cx="0" cy="0"/>
          <a:chOff x="0" y="0"/>
          <a:chExt cx="0" cy="0"/>
        </a:xfrm>
      </p:grpSpPr>
      <p:sp>
        <p:nvSpPr>
          <p:cNvPr name="TextBox 2" id="2"/>
          <p:cNvSpPr txBox="true"/>
          <p:nvPr/>
        </p:nvSpPr>
        <p:spPr>
          <a:xfrm rot="0">
            <a:off x="6062408" y="963848"/>
            <a:ext cx="11858464" cy="1176536"/>
          </a:xfrm>
          <a:prstGeom prst="rect">
            <a:avLst/>
          </a:prstGeom>
        </p:spPr>
        <p:txBody>
          <a:bodyPr anchor="t" rtlCol="false" tIns="0" lIns="0" bIns="0" rIns="0">
            <a:spAutoFit/>
          </a:bodyPr>
          <a:lstStyle/>
          <a:p>
            <a:pPr algn="l">
              <a:lnSpc>
                <a:spcPts val="8586"/>
              </a:lnSpc>
            </a:pPr>
            <a:r>
              <a:rPr lang="en-US" sz="8100" b="true">
                <a:solidFill>
                  <a:srgbClr val="4A2E2A"/>
                </a:solidFill>
                <a:latin typeface="Libra Serif Modern Bold"/>
                <a:ea typeface="Libra Serif Modern Bold"/>
                <a:cs typeface="Libra Serif Modern Bold"/>
                <a:sym typeface="Libra Serif Modern Bold"/>
              </a:rPr>
              <a:t>TECHNOLOGIES USED</a:t>
            </a:r>
          </a:p>
        </p:txBody>
      </p:sp>
      <p:sp>
        <p:nvSpPr>
          <p:cNvPr name="TextBox 3" id="3"/>
          <p:cNvSpPr txBox="true"/>
          <p:nvPr/>
        </p:nvSpPr>
        <p:spPr>
          <a:xfrm rot="0">
            <a:off x="6715693" y="2408758"/>
            <a:ext cx="9424021" cy="6849542"/>
          </a:xfrm>
          <a:prstGeom prst="rect">
            <a:avLst/>
          </a:prstGeom>
        </p:spPr>
        <p:txBody>
          <a:bodyPr anchor="t" rtlCol="false" tIns="0" lIns="0" bIns="0" rIns="0">
            <a:spAutoFit/>
          </a:bodyPr>
          <a:lstStyle/>
          <a:p>
            <a:pPr algn="just">
              <a:lnSpc>
                <a:spcPts val="3616"/>
              </a:lnSpc>
            </a:pPr>
            <a:r>
              <a:rPr lang="en-US" sz="2583" b="true">
                <a:solidFill>
                  <a:srgbClr val="000000"/>
                </a:solidFill>
                <a:latin typeface="Lato Bold"/>
                <a:ea typeface="Lato Bold"/>
                <a:cs typeface="Lato Bold"/>
                <a:sym typeface="Lato Bold"/>
              </a:rPr>
              <a:t>HTML 5 : We used HTML5 to create the structure and content of the website.</a:t>
            </a:r>
          </a:p>
          <a:p>
            <a:pPr algn="just">
              <a:lnSpc>
                <a:spcPts val="3616"/>
              </a:lnSpc>
            </a:pPr>
          </a:p>
          <a:p>
            <a:pPr algn="just">
              <a:lnSpc>
                <a:spcPts val="3616"/>
              </a:lnSpc>
            </a:pPr>
            <a:r>
              <a:rPr lang="en-US" sz="2583" b="true">
                <a:solidFill>
                  <a:srgbClr val="000000"/>
                </a:solidFill>
                <a:latin typeface="Lato Bold"/>
                <a:ea typeface="Lato Bold"/>
                <a:cs typeface="Lato Bold"/>
                <a:sym typeface="Lato Bold"/>
              </a:rPr>
              <a:t>CSS3 :  We used CSS3 for styling, layout, animations, and responsive design.</a:t>
            </a:r>
          </a:p>
          <a:p>
            <a:pPr algn="just">
              <a:lnSpc>
                <a:spcPts val="3616"/>
              </a:lnSpc>
            </a:pPr>
          </a:p>
          <a:p>
            <a:pPr algn="just">
              <a:lnSpc>
                <a:spcPts val="3616"/>
              </a:lnSpc>
            </a:pPr>
            <a:r>
              <a:rPr lang="en-US" sz="2583" b="true">
                <a:solidFill>
                  <a:srgbClr val="000000"/>
                </a:solidFill>
                <a:latin typeface="Lato Bold"/>
                <a:ea typeface="Lato Bold"/>
                <a:cs typeface="Lato Bold"/>
                <a:sym typeface="Lato Bold"/>
              </a:rPr>
              <a:t>JavaScript : We used JavaScript to implement interactive features and booking functionality.</a:t>
            </a:r>
          </a:p>
          <a:p>
            <a:pPr algn="just">
              <a:lnSpc>
                <a:spcPts val="3616"/>
              </a:lnSpc>
            </a:pPr>
          </a:p>
          <a:p>
            <a:pPr algn="just">
              <a:lnSpc>
                <a:spcPts val="3616"/>
              </a:lnSpc>
            </a:pPr>
            <a:r>
              <a:rPr lang="en-US" sz="2583" b="true">
                <a:solidFill>
                  <a:srgbClr val="000000"/>
                </a:solidFill>
                <a:latin typeface="Lato Bold"/>
                <a:ea typeface="Lato Bold"/>
                <a:cs typeface="Lato Bold"/>
                <a:sym typeface="Lato Bold"/>
              </a:rPr>
              <a:t>Visual Studio Code : We used VSCode editor for developing the website.</a:t>
            </a:r>
          </a:p>
          <a:p>
            <a:pPr algn="just">
              <a:lnSpc>
                <a:spcPts val="3616"/>
              </a:lnSpc>
            </a:pPr>
          </a:p>
          <a:p>
            <a:pPr algn="just">
              <a:lnSpc>
                <a:spcPts val="3616"/>
              </a:lnSpc>
            </a:pPr>
            <a:r>
              <a:rPr lang="en-US" sz="2583" b="true">
                <a:solidFill>
                  <a:srgbClr val="000000"/>
                </a:solidFill>
                <a:latin typeface="Lato Bold"/>
                <a:ea typeface="Lato Bold"/>
                <a:cs typeface="Lato Bold"/>
                <a:sym typeface="Lato Bold"/>
              </a:rPr>
              <a:t>GitHub Pages : We used GITHUB for hosting and deploying the website online.</a:t>
            </a:r>
          </a:p>
          <a:p>
            <a:pPr algn="just">
              <a:lnSpc>
                <a:spcPts val="3616"/>
              </a:lnSpc>
              <a:spcBef>
                <a:spcPct val="0"/>
              </a:spcBef>
            </a:pPr>
          </a:p>
        </p:txBody>
      </p:sp>
      <p:sp>
        <p:nvSpPr>
          <p:cNvPr name="Freeform 4" id="4"/>
          <p:cNvSpPr/>
          <p:nvPr/>
        </p:nvSpPr>
        <p:spPr>
          <a:xfrm flipH="false" flipV="false" rot="-625684">
            <a:off x="15252527" y="7475429"/>
            <a:ext cx="3724013" cy="3565743"/>
          </a:xfrm>
          <a:custGeom>
            <a:avLst/>
            <a:gdLst/>
            <a:ahLst/>
            <a:cxnLst/>
            <a:rect r="r" b="b" t="t" l="l"/>
            <a:pathLst>
              <a:path h="3565743" w="3724013">
                <a:moveTo>
                  <a:pt x="0" y="0"/>
                </a:moveTo>
                <a:lnTo>
                  <a:pt x="3724013" y="0"/>
                </a:lnTo>
                <a:lnTo>
                  <a:pt x="3724013" y="3565742"/>
                </a:lnTo>
                <a:lnTo>
                  <a:pt x="0" y="3565742"/>
                </a:lnTo>
                <a:lnTo>
                  <a:pt x="0" y="0"/>
                </a:lnTo>
                <a:close/>
              </a:path>
            </a:pathLst>
          </a:custGeom>
          <a:blipFill>
            <a:blip r:embed="rId2"/>
            <a:stretch>
              <a:fillRect l="0" t="0" r="0" b="0"/>
            </a:stretch>
          </a:blipFill>
        </p:spPr>
      </p:sp>
      <p:grpSp>
        <p:nvGrpSpPr>
          <p:cNvPr name="Group 5" id="5"/>
          <p:cNvGrpSpPr/>
          <p:nvPr/>
        </p:nvGrpSpPr>
        <p:grpSpPr>
          <a:xfrm rot="0">
            <a:off x="-1315306" y="-27607"/>
            <a:ext cx="6993420" cy="10314607"/>
            <a:chOff x="0" y="0"/>
            <a:chExt cx="1083464" cy="1598002"/>
          </a:xfrm>
        </p:grpSpPr>
        <p:sp>
          <p:nvSpPr>
            <p:cNvPr name="Freeform 6" id="6"/>
            <p:cNvSpPr/>
            <p:nvPr/>
          </p:nvSpPr>
          <p:spPr>
            <a:xfrm flipH="false" flipV="false" rot="0">
              <a:off x="0" y="0"/>
              <a:ext cx="1083464" cy="1598002"/>
            </a:xfrm>
            <a:custGeom>
              <a:avLst/>
              <a:gdLst/>
              <a:ahLst/>
              <a:cxnLst/>
              <a:rect r="r" b="b" t="t" l="l"/>
              <a:pathLst>
                <a:path h="1598002" w="1083464">
                  <a:moveTo>
                    <a:pt x="0" y="0"/>
                  </a:moveTo>
                  <a:lnTo>
                    <a:pt x="1083464" y="0"/>
                  </a:lnTo>
                  <a:lnTo>
                    <a:pt x="1083464" y="1598002"/>
                  </a:lnTo>
                  <a:lnTo>
                    <a:pt x="0" y="1598002"/>
                  </a:lnTo>
                  <a:close/>
                </a:path>
              </a:pathLst>
            </a:custGeom>
            <a:blipFill>
              <a:blip r:embed="rId3"/>
              <a:stretch>
                <a:fillRect l="0" t="-850" r="0" b="-85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4E6"/>
        </a:solidFill>
      </p:bgPr>
    </p:bg>
    <p:spTree>
      <p:nvGrpSpPr>
        <p:cNvPr id="1" name=""/>
        <p:cNvGrpSpPr/>
        <p:nvPr/>
      </p:nvGrpSpPr>
      <p:grpSpPr>
        <a:xfrm>
          <a:off x="0" y="0"/>
          <a:ext cx="0" cy="0"/>
          <a:chOff x="0" y="0"/>
          <a:chExt cx="0" cy="0"/>
        </a:xfrm>
      </p:grpSpPr>
      <p:sp>
        <p:nvSpPr>
          <p:cNvPr name="Freeform 2" id="2"/>
          <p:cNvSpPr/>
          <p:nvPr/>
        </p:nvSpPr>
        <p:spPr>
          <a:xfrm flipH="false" flipV="false" rot="0">
            <a:off x="4072255" y="3568657"/>
            <a:ext cx="3123409" cy="5464330"/>
          </a:xfrm>
          <a:custGeom>
            <a:avLst/>
            <a:gdLst/>
            <a:ahLst/>
            <a:cxnLst/>
            <a:rect r="r" b="b" t="t" l="l"/>
            <a:pathLst>
              <a:path h="5464330" w="3123409">
                <a:moveTo>
                  <a:pt x="0" y="0"/>
                </a:moveTo>
                <a:lnTo>
                  <a:pt x="3123410" y="0"/>
                </a:lnTo>
                <a:lnTo>
                  <a:pt x="3123410" y="5464330"/>
                </a:lnTo>
                <a:lnTo>
                  <a:pt x="0" y="5464330"/>
                </a:lnTo>
                <a:lnTo>
                  <a:pt x="0" y="0"/>
                </a:lnTo>
                <a:close/>
              </a:path>
            </a:pathLst>
          </a:custGeom>
          <a:blipFill>
            <a:blip r:embed="rId2"/>
            <a:stretch>
              <a:fillRect l="0" t="-18564" r="-352770" b="0"/>
            </a:stretch>
          </a:blipFill>
        </p:spPr>
      </p:sp>
      <p:sp>
        <p:nvSpPr>
          <p:cNvPr name="Freeform 3" id="3"/>
          <p:cNvSpPr/>
          <p:nvPr/>
        </p:nvSpPr>
        <p:spPr>
          <a:xfrm flipH="false" flipV="false" rot="0">
            <a:off x="7786215" y="3568657"/>
            <a:ext cx="2896862" cy="5439633"/>
          </a:xfrm>
          <a:custGeom>
            <a:avLst/>
            <a:gdLst/>
            <a:ahLst/>
            <a:cxnLst/>
            <a:rect r="r" b="b" t="t" l="l"/>
            <a:pathLst>
              <a:path h="5439633" w="2896862">
                <a:moveTo>
                  <a:pt x="0" y="0"/>
                </a:moveTo>
                <a:lnTo>
                  <a:pt x="2896861" y="0"/>
                </a:lnTo>
                <a:lnTo>
                  <a:pt x="2896861" y="5439632"/>
                </a:lnTo>
                <a:lnTo>
                  <a:pt x="0" y="5439632"/>
                </a:lnTo>
                <a:lnTo>
                  <a:pt x="0" y="0"/>
                </a:lnTo>
                <a:close/>
              </a:path>
            </a:pathLst>
          </a:custGeom>
          <a:blipFill>
            <a:blip r:embed="rId3"/>
            <a:stretch>
              <a:fillRect l="0" t="-6174" r="-169162" b="0"/>
            </a:stretch>
          </a:blipFill>
        </p:spPr>
      </p:sp>
      <p:sp>
        <p:nvSpPr>
          <p:cNvPr name="Freeform 4" id="4"/>
          <p:cNvSpPr/>
          <p:nvPr/>
        </p:nvSpPr>
        <p:spPr>
          <a:xfrm flipH="false" flipV="false" rot="0">
            <a:off x="776737" y="3618052"/>
            <a:ext cx="2704968" cy="5414935"/>
          </a:xfrm>
          <a:custGeom>
            <a:avLst/>
            <a:gdLst/>
            <a:ahLst/>
            <a:cxnLst/>
            <a:rect r="r" b="b" t="t" l="l"/>
            <a:pathLst>
              <a:path h="5414935" w="2704968">
                <a:moveTo>
                  <a:pt x="0" y="0"/>
                </a:moveTo>
                <a:lnTo>
                  <a:pt x="2704968" y="0"/>
                </a:lnTo>
                <a:lnTo>
                  <a:pt x="2704968" y="5414935"/>
                </a:lnTo>
                <a:lnTo>
                  <a:pt x="0" y="5414935"/>
                </a:lnTo>
                <a:lnTo>
                  <a:pt x="0" y="0"/>
                </a:lnTo>
                <a:close/>
              </a:path>
            </a:pathLst>
          </a:custGeom>
          <a:blipFill>
            <a:blip r:embed="rId4"/>
            <a:stretch>
              <a:fillRect l="0" t="-14917" r="-386872" b="0"/>
            </a:stretch>
          </a:blipFill>
        </p:spPr>
      </p:sp>
      <p:sp>
        <p:nvSpPr>
          <p:cNvPr name="Freeform 5" id="5"/>
          <p:cNvSpPr/>
          <p:nvPr/>
        </p:nvSpPr>
        <p:spPr>
          <a:xfrm flipH="false" flipV="false" rot="0">
            <a:off x="11273626" y="3593354"/>
            <a:ext cx="2546581" cy="5414935"/>
          </a:xfrm>
          <a:custGeom>
            <a:avLst/>
            <a:gdLst/>
            <a:ahLst/>
            <a:cxnLst/>
            <a:rect r="r" b="b" t="t" l="l"/>
            <a:pathLst>
              <a:path h="5414935" w="2546581">
                <a:moveTo>
                  <a:pt x="0" y="0"/>
                </a:moveTo>
                <a:lnTo>
                  <a:pt x="2546581" y="0"/>
                </a:lnTo>
                <a:lnTo>
                  <a:pt x="2546581" y="5414935"/>
                </a:lnTo>
                <a:lnTo>
                  <a:pt x="0" y="5414935"/>
                </a:lnTo>
                <a:lnTo>
                  <a:pt x="0" y="0"/>
                </a:lnTo>
                <a:close/>
              </a:path>
            </a:pathLst>
          </a:custGeom>
          <a:blipFill>
            <a:blip r:embed="rId5"/>
            <a:stretch>
              <a:fillRect l="-277" t="0" r="-277" b="0"/>
            </a:stretch>
          </a:blipFill>
        </p:spPr>
      </p:sp>
      <p:sp>
        <p:nvSpPr>
          <p:cNvPr name="Freeform 6" id="6"/>
          <p:cNvSpPr/>
          <p:nvPr/>
        </p:nvSpPr>
        <p:spPr>
          <a:xfrm flipH="false" flipV="false" rot="0">
            <a:off x="14410757" y="3593354"/>
            <a:ext cx="3362464" cy="5414935"/>
          </a:xfrm>
          <a:custGeom>
            <a:avLst/>
            <a:gdLst/>
            <a:ahLst/>
            <a:cxnLst/>
            <a:rect r="r" b="b" t="t" l="l"/>
            <a:pathLst>
              <a:path h="5414935" w="3362464">
                <a:moveTo>
                  <a:pt x="0" y="0"/>
                </a:moveTo>
                <a:lnTo>
                  <a:pt x="3362464" y="0"/>
                </a:lnTo>
                <a:lnTo>
                  <a:pt x="3362464" y="5414935"/>
                </a:lnTo>
                <a:lnTo>
                  <a:pt x="0" y="5414935"/>
                </a:lnTo>
                <a:lnTo>
                  <a:pt x="0" y="0"/>
                </a:lnTo>
                <a:close/>
              </a:path>
            </a:pathLst>
          </a:custGeom>
          <a:blipFill>
            <a:blip r:embed="rId6"/>
            <a:stretch>
              <a:fillRect l="-9587" t="0" r="-460" b="-16655"/>
            </a:stretch>
          </a:blipFill>
        </p:spPr>
      </p:sp>
      <p:sp>
        <p:nvSpPr>
          <p:cNvPr name="TextBox 7" id="7"/>
          <p:cNvSpPr txBox="true"/>
          <p:nvPr/>
        </p:nvSpPr>
        <p:spPr>
          <a:xfrm rot="0">
            <a:off x="2939026" y="1405009"/>
            <a:ext cx="12591240" cy="1273809"/>
          </a:xfrm>
          <a:prstGeom prst="rect">
            <a:avLst/>
          </a:prstGeom>
        </p:spPr>
        <p:txBody>
          <a:bodyPr anchor="t" rtlCol="false" tIns="0" lIns="0" bIns="0" rIns="0">
            <a:spAutoFit/>
          </a:bodyPr>
          <a:lstStyle/>
          <a:p>
            <a:pPr algn="l">
              <a:lnSpc>
                <a:spcPts val="8899"/>
              </a:lnSpc>
            </a:pPr>
            <a:r>
              <a:rPr lang="en-US" sz="9999" b="true">
                <a:solidFill>
                  <a:srgbClr val="4A2E2A"/>
                </a:solidFill>
                <a:latin typeface="Libra Serif Modern Bold"/>
                <a:ea typeface="Libra Serif Modern Bold"/>
                <a:cs typeface="Libra Serif Modern Bold"/>
                <a:sym typeface="Libra Serif Modern Bold"/>
              </a:rPr>
              <a:t>SYSTEM FEATURES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4E6"/>
        </a:solidFill>
      </p:bgPr>
    </p:bg>
    <p:spTree>
      <p:nvGrpSpPr>
        <p:cNvPr id="1" name=""/>
        <p:cNvGrpSpPr/>
        <p:nvPr/>
      </p:nvGrpSpPr>
      <p:grpSpPr>
        <a:xfrm>
          <a:off x="0" y="0"/>
          <a:ext cx="0" cy="0"/>
          <a:chOff x="0" y="0"/>
          <a:chExt cx="0" cy="0"/>
        </a:xfrm>
      </p:grpSpPr>
      <p:sp>
        <p:nvSpPr>
          <p:cNvPr name="Freeform 2" id="2"/>
          <p:cNvSpPr/>
          <p:nvPr/>
        </p:nvSpPr>
        <p:spPr>
          <a:xfrm flipH="false" flipV="false" rot="0">
            <a:off x="1180723" y="2410654"/>
            <a:ext cx="6809658" cy="3579326"/>
          </a:xfrm>
          <a:custGeom>
            <a:avLst/>
            <a:gdLst/>
            <a:ahLst/>
            <a:cxnLst/>
            <a:rect r="r" b="b" t="t" l="l"/>
            <a:pathLst>
              <a:path h="3579326" w="6809658">
                <a:moveTo>
                  <a:pt x="0" y="0"/>
                </a:moveTo>
                <a:lnTo>
                  <a:pt x="6809658" y="0"/>
                </a:lnTo>
                <a:lnTo>
                  <a:pt x="6809658" y="3579327"/>
                </a:lnTo>
                <a:lnTo>
                  <a:pt x="0" y="3579327"/>
                </a:lnTo>
                <a:lnTo>
                  <a:pt x="0" y="0"/>
                </a:lnTo>
                <a:close/>
              </a:path>
            </a:pathLst>
          </a:custGeom>
          <a:blipFill>
            <a:blip r:embed="rId2"/>
            <a:stretch>
              <a:fillRect l="0" t="0" r="0" b="0"/>
            </a:stretch>
          </a:blipFill>
        </p:spPr>
      </p:sp>
      <p:sp>
        <p:nvSpPr>
          <p:cNvPr name="Freeform 3" id="3"/>
          <p:cNvSpPr/>
          <p:nvPr/>
        </p:nvSpPr>
        <p:spPr>
          <a:xfrm flipH="false" flipV="false" rot="0">
            <a:off x="9430642" y="2379886"/>
            <a:ext cx="7079331" cy="3610095"/>
          </a:xfrm>
          <a:custGeom>
            <a:avLst/>
            <a:gdLst/>
            <a:ahLst/>
            <a:cxnLst/>
            <a:rect r="r" b="b" t="t" l="l"/>
            <a:pathLst>
              <a:path h="3610095" w="7079331">
                <a:moveTo>
                  <a:pt x="0" y="0"/>
                </a:moveTo>
                <a:lnTo>
                  <a:pt x="7079332" y="0"/>
                </a:lnTo>
                <a:lnTo>
                  <a:pt x="7079332" y="3610095"/>
                </a:lnTo>
                <a:lnTo>
                  <a:pt x="0" y="3610095"/>
                </a:lnTo>
                <a:lnTo>
                  <a:pt x="0" y="0"/>
                </a:lnTo>
                <a:close/>
              </a:path>
            </a:pathLst>
          </a:custGeom>
          <a:blipFill>
            <a:blip r:embed="rId3"/>
            <a:stretch>
              <a:fillRect l="-47405" t="-9393" r="-51382" b="0"/>
            </a:stretch>
          </a:blipFill>
        </p:spPr>
      </p:sp>
      <p:sp>
        <p:nvSpPr>
          <p:cNvPr name="Freeform 4" id="4"/>
          <p:cNvSpPr/>
          <p:nvPr/>
        </p:nvSpPr>
        <p:spPr>
          <a:xfrm flipH="false" flipV="false" rot="0">
            <a:off x="1180723" y="6370139"/>
            <a:ext cx="6809658" cy="3479515"/>
          </a:xfrm>
          <a:custGeom>
            <a:avLst/>
            <a:gdLst/>
            <a:ahLst/>
            <a:cxnLst/>
            <a:rect r="r" b="b" t="t" l="l"/>
            <a:pathLst>
              <a:path h="3479515" w="6809658">
                <a:moveTo>
                  <a:pt x="0" y="0"/>
                </a:moveTo>
                <a:lnTo>
                  <a:pt x="6809658" y="0"/>
                </a:lnTo>
                <a:lnTo>
                  <a:pt x="6809658" y="3479515"/>
                </a:lnTo>
                <a:lnTo>
                  <a:pt x="0" y="3479515"/>
                </a:lnTo>
                <a:lnTo>
                  <a:pt x="0" y="0"/>
                </a:lnTo>
                <a:close/>
              </a:path>
            </a:pathLst>
          </a:custGeom>
          <a:blipFill>
            <a:blip r:embed="rId4"/>
            <a:stretch>
              <a:fillRect l="-34222" t="-11453" r="-35775" b="0"/>
            </a:stretch>
          </a:blipFill>
        </p:spPr>
      </p:sp>
      <p:sp>
        <p:nvSpPr>
          <p:cNvPr name="Freeform 5" id="5"/>
          <p:cNvSpPr/>
          <p:nvPr/>
        </p:nvSpPr>
        <p:spPr>
          <a:xfrm flipH="false" flipV="false" rot="0">
            <a:off x="9430642" y="6423169"/>
            <a:ext cx="7079331" cy="3350286"/>
          </a:xfrm>
          <a:custGeom>
            <a:avLst/>
            <a:gdLst/>
            <a:ahLst/>
            <a:cxnLst/>
            <a:rect r="r" b="b" t="t" l="l"/>
            <a:pathLst>
              <a:path h="3350286" w="7079331">
                <a:moveTo>
                  <a:pt x="0" y="0"/>
                </a:moveTo>
                <a:lnTo>
                  <a:pt x="7079332" y="0"/>
                </a:lnTo>
                <a:lnTo>
                  <a:pt x="7079332" y="3350285"/>
                </a:lnTo>
                <a:lnTo>
                  <a:pt x="0" y="3350285"/>
                </a:lnTo>
                <a:lnTo>
                  <a:pt x="0" y="0"/>
                </a:lnTo>
                <a:close/>
              </a:path>
            </a:pathLst>
          </a:custGeom>
          <a:blipFill>
            <a:blip r:embed="rId5"/>
            <a:stretch>
              <a:fillRect l="-896" t="-360" r="-173503" b="-1108"/>
            </a:stretch>
          </a:blipFill>
        </p:spPr>
      </p:sp>
      <p:sp>
        <p:nvSpPr>
          <p:cNvPr name="TextBox 6" id="6"/>
          <p:cNvSpPr txBox="true"/>
          <p:nvPr/>
        </p:nvSpPr>
        <p:spPr>
          <a:xfrm rot="0">
            <a:off x="3678452" y="901296"/>
            <a:ext cx="10245728" cy="1273809"/>
          </a:xfrm>
          <a:prstGeom prst="rect">
            <a:avLst/>
          </a:prstGeom>
        </p:spPr>
        <p:txBody>
          <a:bodyPr anchor="t" rtlCol="false" tIns="0" lIns="0" bIns="0" rIns="0">
            <a:spAutoFit/>
          </a:bodyPr>
          <a:lstStyle/>
          <a:p>
            <a:pPr algn="l">
              <a:lnSpc>
                <a:spcPts val="8899"/>
              </a:lnSpc>
            </a:pPr>
            <a:r>
              <a:rPr lang="en-US" sz="9999" b="true">
                <a:solidFill>
                  <a:srgbClr val="4A2E2A"/>
                </a:solidFill>
                <a:latin typeface="Libra Serif Modern Bold"/>
                <a:ea typeface="Libra Serif Modern Bold"/>
                <a:cs typeface="Libra Serif Modern Bold"/>
                <a:sym typeface="Libra Serif Modern Bold"/>
              </a:rPr>
              <a:t>PROJECT DEMO </a:t>
            </a:r>
          </a:p>
        </p:txBody>
      </p:sp>
      <p:sp>
        <p:nvSpPr>
          <p:cNvPr name="TextBox 7" id="7"/>
          <p:cNvSpPr txBox="true"/>
          <p:nvPr/>
        </p:nvSpPr>
        <p:spPr>
          <a:xfrm rot="0">
            <a:off x="3735117" y="5999506"/>
            <a:ext cx="2034007" cy="349250"/>
          </a:xfrm>
          <a:prstGeom prst="rect">
            <a:avLst/>
          </a:prstGeom>
        </p:spPr>
        <p:txBody>
          <a:bodyPr anchor="t" rtlCol="false" tIns="0" lIns="0" bIns="0" rIns="0">
            <a:spAutoFit/>
          </a:bodyPr>
          <a:lstStyle/>
          <a:p>
            <a:pPr algn="ctr">
              <a:lnSpc>
                <a:spcPts val="2800"/>
              </a:lnSpc>
              <a:spcBef>
                <a:spcPct val="0"/>
              </a:spcBef>
            </a:pPr>
            <a:r>
              <a:rPr lang="en-US" sz="2000">
                <a:solidFill>
                  <a:srgbClr val="4A2E2A"/>
                </a:solidFill>
                <a:latin typeface="Aptos"/>
                <a:ea typeface="Aptos"/>
                <a:cs typeface="Aptos"/>
                <a:sym typeface="Aptos"/>
              </a:rPr>
              <a:t> HOME PAGE</a:t>
            </a:r>
          </a:p>
        </p:txBody>
      </p:sp>
      <p:sp>
        <p:nvSpPr>
          <p:cNvPr name="TextBox 8" id="8"/>
          <p:cNvSpPr txBox="true"/>
          <p:nvPr/>
        </p:nvSpPr>
        <p:spPr>
          <a:xfrm rot="0">
            <a:off x="12101900" y="5999506"/>
            <a:ext cx="2034007" cy="349250"/>
          </a:xfrm>
          <a:prstGeom prst="rect">
            <a:avLst/>
          </a:prstGeom>
        </p:spPr>
        <p:txBody>
          <a:bodyPr anchor="t" rtlCol="false" tIns="0" lIns="0" bIns="0" rIns="0">
            <a:spAutoFit/>
          </a:bodyPr>
          <a:lstStyle/>
          <a:p>
            <a:pPr algn="ctr">
              <a:lnSpc>
                <a:spcPts val="2800"/>
              </a:lnSpc>
              <a:spcBef>
                <a:spcPct val="0"/>
              </a:spcBef>
            </a:pPr>
            <a:r>
              <a:rPr lang="en-US" sz="2000">
                <a:solidFill>
                  <a:srgbClr val="4A2E2A"/>
                </a:solidFill>
                <a:latin typeface="Aptos"/>
                <a:ea typeface="Aptos"/>
                <a:cs typeface="Aptos"/>
                <a:sym typeface="Aptos"/>
              </a:rPr>
              <a:t>BOOKING PAGE</a:t>
            </a:r>
          </a:p>
        </p:txBody>
      </p:sp>
      <p:sp>
        <p:nvSpPr>
          <p:cNvPr name="TextBox 9" id="9"/>
          <p:cNvSpPr txBox="true"/>
          <p:nvPr/>
        </p:nvSpPr>
        <p:spPr>
          <a:xfrm rot="0">
            <a:off x="2918139" y="9859179"/>
            <a:ext cx="3667962" cy="349250"/>
          </a:xfrm>
          <a:prstGeom prst="rect">
            <a:avLst/>
          </a:prstGeom>
        </p:spPr>
        <p:txBody>
          <a:bodyPr anchor="t" rtlCol="false" tIns="0" lIns="0" bIns="0" rIns="0">
            <a:spAutoFit/>
          </a:bodyPr>
          <a:lstStyle/>
          <a:p>
            <a:pPr algn="ctr">
              <a:lnSpc>
                <a:spcPts val="2800"/>
              </a:lnSpc>
              <a:spcBef>
                <a:spcPct val="0"/>
              </a:spcBef>
            </a:pPr>
            <a:r>
              <a:rPr lang="en-US" sz="2000">
                <a:solidFill>
                  <a:srgbClr val="4A2E2A"/>
                </a:solidFill>
                <a:latin typeface="Aptos"/>
                <a:ea typeface="Aptos"/>
                <a:cs typeface="Aptos"/>
                <a:sym typeface="Aptos"/>
              </a:rPr>
              <a:t>BOOKING CONFIRMATION</a:t>
            </a:r>
          </a:p>
        </p:txBody>
      </p:sp>
      <p:sp>
        <p:nvSpPr>
          <p:cNvPr name="TextBox 10" id="10"/>
          <p:cNvSpPr txBox="true"/>
          <p:nvPr/>
        </p:nvSpPr>
        <p:spPr>
          <a:xfrm rot="0">
            <a:off x="11689445" y="9802029"/>
            <a:ext cx="3334825" cy="349250"/>
          </a:xfrm>
          <a:prstGeom prst="rect">
            <a:avLst/>
          </a:prstGeom>
        </p:spPr>
        <p:txBody>
          <a:bodyPr anchor="t" rtlCol="false" tIns="0" lIns="0" bIns="0" rIns="0">
            <a:spAutoFit/>
          </a:bodyPr>
          <a:lstStyle/>
          <a:p>
            <a:pPr algn="ctr">
              <a:lnSpc>
                <a:spcPts val="2800"/>
              </a:lnSpc>
              <a:spcBef>
                <a:spcPct val="0"/>
              </a:spcBef>
            </a:pPr>
            <a:r>
              <a:rPr lang="en-US" sz="2000">
                <a:solidFill>
                  <a:srgbClr val="4A2E2A"/>
                </a:solidFill>
                <a:latin typeface="Aptos"/>
                <a:ea typeface="Aptos"/>
                <a:cs typeface="Aptos"/>
                <a:sym typeface="Aptos"/>
              </a:rPr>
              <a:t>BOOKING HISTORY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4E6"/>
        </a:solidFill>
      </p:bgPr>
    </p:bg>
    <p:spTree>
      <p:nvGrpSpPr>
        <p:cNvPr id="1" name=""/>
        <p:cNvGrpSpPr/>
        <p:nvPr/>
      </p:nvGrpSpPr>
      <p:grpSpPr>
        <a:xfrm>
          <a:off x="0" y="0"/>
          <a:ext cx="0" cy="0"/>
          <a:chOff x="0" y="0"/>
          <a:chExt cx="0" cy="0"/>
        </a:xfrm>
      </p:grpSpPr>
      <p:sp>
        <p:nvSpPr>
          <p:cNvPr name="Freeform 2" id="2"/>
          <p:cNvSpPr/>
          <p:nvPr/>
        </p:nvSpPr>
        <p:spPr>
          <a:xfrm flipH="false" flipV="false" rot="0">
            <a:off x="1466197" y="3056452"/>
            <a:ext cx="4294205" cy="6201848"/>
          </a:xfrm>
          <a:custGeom>
            <a:avLst/>
            <a:gdLst/>
            <a:ahLst/>
            <a:cxnLst/>
            <a:rect r="r" b="b" t="t" l="l"/>
            <a:pathLst>
              <a:path h="6201848" w="4294205">
                <a:moveTo>
                  <a:pt x="0" y="0"/>
                </a:moveTo>
                <a:lnTo>
                  <a:pt x="4294206" y="0"/>
                </a:lnTo>
                <a:lnTo>
                  <a:pt x="4294206" y="6201848"/>
                </a:lnTo>
                <a:lnTo>
                  <a:pt x="0" y="6201848"/>
                </a:lnTo>
                <a:lnTo>
                  <a:pt x="0" y="0"/>
                </a:lnTo>
                <a:close/>
              </a:path>
            </a:pathLst>
          </a:custGeom>
          <a:blipFill>
            <a:blip r:embed="rId2"/>
            <a:stretch>
              <a:fillRect l="0" t="-981" r="-4834" b="-981"/>
            </a:stretch>
          </a:blipFill>
        </p:spPr>
      </p:sp>
      <p:sp>
        <p:nvSpPr>
          <p:cNvPr name="Freeform 3" id="3"/>
          <p:cNvSpPr/>
          <p:nvPr/>
        </p:nvSpPr>
        <p:spPr>
          <a:xfrm flipH="false" flipV="false" rot="0">
            <a:off x="6596034" y="3056452"/>
            <a:ext cx="5147607" cy="6201848"/>
          </a:xfrm>
          <a:custGeom>
            <a:avLst/>
            <a:gdLst/>
            <a:ahLst/>
            <a:cxnLst/>
            <a:rect r="r" b="b" t="t" l="l"/>
            <a:pathLst>
              <a:path h="6201848" w="5147607">
                <a:moveTo>
                  <a:pt x="0" y="0"/>
                </a:moveTo>
                <a:lnTo>
                  <a:pt x="5147607" y="0"/>
                </a:lnTo>
                <a:lnTo>
                  <a:pt x="5147607" y="6201848"/>
                </a:lnTo>
                <a:lnTo>
                  <a:pt x="0" y="6201848"/>
                </a:lnTo>
                <a:lnTo>
                  <a:pt x="0" y="0"/>
                </a:lnTo>
                <a:close/>
              </a:path>
            </a:pathLst>
          </a:custGeom>
          <a:blipFill>
            <a:blip r:embed="rId3"/>
            <a:stretch>
              <a:fillRect l="0" t="0" r="0" b="0"/>
            </a:stretch>
          </a:blipFill>
        </p:spPr>
      </p:sp>
      <p:sp>
        <p:nvSpPr>
          <p:cNvPr name="Freeform 4" id="4"/>
          <p:cNvSpPr/>
          <p:nvPr/>
        </p:nvSpPr>
        <p:spPr>
          <a:xfrm flipH="false" flipV="false" rot="0">
            <a:off x="12579273" y="3056452"/>
            <a:ext cx="3789614" cy="6201848"/>
          </a:xfrm>
          <a:custGeom>
            <a:avLst/>
            <a:gdLst/>
            <a:ahLst/>
            <a:cxnLst/>
            <a:rect r="r" b="b" t="t" l="l"/>
            <a:pathLst>
              <a:path h="6201848" w="3789614">
                <a:moveTo>
                  <a:pt x="0" y="0"/>
                </a:moveTo>
                <a:lnTo>
                  <a:pt x="3789613" y="0"/>
                </a:lnTo>
                <a:lnTo>
                  <a:pt x="3789613" y="6201848"/>
                </a:lnTo>
                <a:lnTo>
                  <a:pt x="0" y="6201848"/>
                </a:lnTo>
                <a:lnTo>
                  <a:pt x="0" y="0"/>
                </a:lnTo>
                <a:close/>
              </a:path>
            </a:pathLst>
          </a:custGeom>
          <a:blipFill>
            <a:blip r:embed="rId4"/>
            <a:stretch>
              <a:fillRect l="0" t="0" r="0" b="0"/>
            </a:stretch>
          </a:blipFill>
        </p:spPr>
      </p:sp>
      <p:sp>
        <p:nvSpPr>
          <p:cNvPr name="TextBox 5" id="5"/>
          <p:cNvSpPr txBox="true"/>
          <p:nvPr/>
        </p:nvSpPr>
        <p:spPr>
          <a:xfrm rot="0">
            <a:off x="2250434" y="1409277"/>
            <a:ext cx="13238164" cy="1273809"/>
          </a:xfrm>
          <a:prstGeom prst="rect">
            <a:avLst/>
          </a:prstGeom>
        </p:spPr>
        <p:txBody>
          <a:bodyPr anchor="t" rtlCol="false" tIns="0" lIns="0" bIns="0" rIns="0">
            <a:spAutoFit/>
          </a:bodyPr>
          <a:lstStyle/>
          <a:p>
            <a:pPr algn="l">
              <a:lnSpc>
                <a:spcPts val="8899"/>
              </a:lnSpc>
            </a:pPr>
            <a:r>
              <a:rPr lang="en-US" sz="9999" b="true">
                <a:solidFill>
                  <a:srgbClr val="4A2E2A"/>
                </a:solidFill>
                <a:latin typeface="Libra Serif Modern Bold"/>
                <a:ea typeface="Libra Serif Modern Bold"/>
                <a:cs typeface="Libra Serif Modern Bold"/>
                <a:sym typeface="Libra Serif Modern Bold"/>
              </a:rPr>
              <a:t>KEY CODE SNIPPETS</a:t>
            </a:r>
          </a:p>
        </p:txBody>
      </p:sp>
      <p:sp>
        <p:nvSpPr>
          <p:cNvPr name="TextBox 6" id="6"/>
          <p:cNvSpPr txBox="true"/>
          <p:nvPr/>
        </p:nvSpPr>
        <p:spPr>
          <a:xfrm rot="0">
            <a:off x="1836938" y="9399564"/>
            <a:ext cx="3334825" cy="349250"/>
          </a:xfrm>
          <a:prstGeom prst="rect">
            <a:avLst/>
          </a:prstGeom>
        </p:spPr>
        <p:txBody>
          <a:bodyPr anchor="t" rtlCol="false" tIns="0" lIns="0" bIns="0" rIns="0">
            <a:spAutoFit/>
          </a:bodyPr>
          <a:lstStyle/>
          <a:p>
            <a:pPr algn="ctr">
              <a:lnSpc>
                <a:spcPts val="2800"/>
              </a:lnSpc>
              <a:spcBef>
                <a:spcPct val="0"/>
              </a:spcBef>
            </a:pPr>
            <a:r>
              <a:rPr lang="en-US" sz="2000">
                <a:solidFill>
                  <a:srgbClr val="4A2E2A"/>
                </a:solidFill>
                <a:latin typeface="Aptos"/>
                <a:ea typeface="Aptos"/>
                <a:cs typeface="Aptos"/>
                <a:sym typeface="Aptos"/>
              </a:rPr>
              <a:t>HTML </a:t>
            </a:r>
          </a:p>
        </p:txBody>
      </p:sp>
      <p:sp>
        <p:nvSpPr>
          <p:cNvPr name="TextBox 7" id="7"/>
          <p:cNvSpPr txBox="true"/>
          <p:nvPr/>
        </p:nvSpPr>
        <p:spPr>
          <a:xfrm rot="0">
            <a:off x="7476587" y="9399564"/>
            <a:ext cx="3334825" cy="349250"/>
          </a:xfrm>
          <a:prstGeom prst="rect">
            <a:avLst/>
          </a:prstGeom>
        </p:spPr>
        <p:txBody>
          <a:bodyPr anchor="t" rtlCol="false" tIns="0" lIns="0" bIns="0" rIns="0">
            <a:spAutoFit/>
          </a:bodyPr>
          <a:lstStyle/>
          <a:p>
            <a:pPr algn="ctr">
              <a:lnSpc>
                <a:spcPts val="2800"/>
              </a:lnSpc>
              <a:spcBef>
                <a:spcPct val="0"/>
              </a:spcBef>
            </a:pPr>
            <a:r>
              <a:rPr lang="en-US" sz="2000">
                <a:solidFill>
                  <a:srgbClr val="4A2E2A"/>
                </a:solidFill>
                <a:latin typeface="Aptos"/>
                <a:ea typeface="Aptos"/>
                <a:cs typeface="Aptos"/>
                <a:sym typeface="Aptos"/>
              </a:rPr>
              <a:t>JAVA SCRIPT</a:t>
            </a:r>
          </a:p>
        </p:txBody>
      </p:sp>
      <p:sp>
        <p:nvSpPr>
          <p:cNvPr name="TextBox 8" id="8"/>
          <p:cNvSpPr txBox="true"/>
          <p:nvPr/>
        </p:nvSpPr>
        <p:spPr>
          <a:xfrm rot="0">
            <a:off x="12806667" y="9399564"/>
            <a:ext cx="3334825" cy="349250"/>
          </a:xfrm>
          <a:prstGeom prst="rect">
            <a:avLst/>
          </a:prstGeom>
        </p:spPr>
        <p:txBody>
          <a:bodyPr anchor="t" rtlCol="false" tIns="0" lIns="0" bIns="0" rIns="0">
            <a:spAutoFit/>
          </a:bodyPr>
          <a:lstStyle/>
          <a:p>
            <a:pPr algn="ctr">
              <a:lnSpc>
                <a:spcPts val="2800"/>
              </a:lnSpc>
              <a:spcBef>
                <a:spcPct val="0"/>
              </a:spcBef>
            </a:pPr>
            <a:r>
              <a:rPr lang="en-US" sz="2000">
                <a:solidFill>
                  <a:srgbClr val="4A2E2A"/>
                </a:solidFill>
                <a:latin typeface="Aptos"/>
                <a:ea typeface="Aptos"/>
                <a:cs typeface="Aptos"/>
                <a:sym typeface="Aptos"/>
              </a:rPr>
              <a:t>CSS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4E6"/>
        </a:solidFill>
      </p:bgPr>
    </p:bg>
    <p:spTree>
      <p:nvGrpSpPr>
        <p:cNvPr id="1" name=""/>
        <p:cNvGrpSpPr/>
        <p:nvPr/>
      </p:nvGrpSpPr>
      <p:grpSpPr>
        <a:xfrm>
          <a:off x="0" y="0"/>
          <a:ext cx="0" cy="0"/>
          <a:chOff x="0" y="0"/>
          <a:chExt cx="0" cy="0"/>
        </a:xfrm>
      </p:grpSpPr>
      <p:grpSp>
        <p:nvGrpSpPr>
          <p:cNvPr name="Group 2" id="2"/>
          <p:cNvGrpSpPr/>
          <p:nvPr/>
        </p:nvGrpSpPr>
        <p:grpSpPr>
          <a:xfrm rot="0">
            <a:off x="10517825" y="1028700"/>
            <a:ext cx="7770175" cy="8229600"/>
            <a:chOff x="0" y="0"/>
            <a:chExt cx="1203803" cy="1274980"/>
          </a:xfrm>
        </p:grpSpPr>
        <p:sp>
          <p:nvSpPr>
            <p:cNvPr name="Freeform 3" id="3"/>
            <p:cNvSpPr/>
            <p:nvPr/>
          </p:nvSpPr>
          <p:spPr>
            <a:xfrm flipH="false" flipV="false" rot="0">
              <a:off x="0" y="0"/>
              <a:ext cx="1203803" cy="1274980"/>
            </a:xfrm>
            <a:custGeom>
              <a:avLst/>
              <a:gdLst/>
              <a:ahLst/>
              <a:cxnLst/>
              <a:rect r="r" b="b" t="t" l="l"/>
              <a:pathLst>
                <a:path h="1274980" w="1203803">
                  <a:moveTo>
                    <a:pt x="0" y="0"/>
                  </a:moveTo>
                  <a:lnTo>
                    <a:pt x="1203803" y="0"/>
                  </a:lnTo>
                  <a:lnTo>
                    <a:pt x="1203803" y="1274980"/>
                  </a:lnTo>
                  <a:lnTo>
                    <a:pt x="0" y="1274980"/>
                  </a:lnTo>
                  <a:close/>
                </a:path>
              </a:pathLst>
            </a:custGeom>
            <a:blipFill>
              <a:blip r:embed="rId2"/>
              <a:stretch>
                <a:fillRect l="0" t="-10741" r="0" b="-10741"/>
              </a:stretch>
            </a:blipFill>
          </p:spPr>
        </p:sp>
      </p:grpSp>
      <p:sp>
        <p:nvSpPr>
          <p:cNvPr name="Freeform 4" id="4"/>
          <p:cNvSpPr/>
          <p:nvPr/>
        </p:nvSpPr>
        <p:spPr>
          <a:xfrm flipH="false" flipV="false" rot="0">
            <a:off x="14537484" y="7584650"/>
            <a:ext cx="3319660" cy="3347300"/>
          </a:xfrm>
          <a:custGeom>
            <a:avLst/>
            <a:gdLst/>
            <a:ahLst/>
            <a:cxnLst/>
            <a:rect r="r" b="b" t="t" l="l"/>
            <a:pathLst>
              <a:path h="3347300" w="3319660">
                <a:moveTo>
                  <a:pt x="0" y="0"/>
                </a:moveTo>
                <a:lnTo>
                  <a:pt x="3319660" y="0"/>
                </a:lnTo>
                <a:lnTo>
                  <a:pt x="3319660" y="3347300"/>
                </a:lnTo>
                <a:lnTo>
                  <a:pt x="0" y="3347300"/>
                </a:lnTo>
                <a:lnTo>
                  <a:pt x="0" y="0"/>
                </a:lnTo>
                <a:close/>
              </a:path>
            </a:pathLst>
          </a:custGeom>
          <a:blipFill>
            <a:blip r:embed="rId3"/>
            <a:stretch>
              <a:fillRect l="0" t="0" r="0" b="0"/>
            </a:stretch>
          </a:blipFill>
        </p:spPr>
      </p:sp>
      <p:sp>
        <p:nvSpPr>
          <p:cNvPr name="TextBox 5" id="5"/>
          <p:cNvSpPr txBox="true"/>
          <p:nvPr/>
        </p:nvSpPr>
        <p:spPr>
          <a:xfrm rot="0">
            <a:off x="1028700" y="1133475"/>
            <a:ext cx="7555787" cy="1439825"/>
          </a:xfrm>
          <a:prstGeom prst="rect">
            <a:avLst/>
          </a:prstGeom>
        </p:spPr>
        <p:txBody>
          <a:bodyPr anchor="t" rtlCol="false" tIns="0" lIns="0" bIns="0" rIns="0">
            <a:spAutoFit/>
          </a:bodyPr>
          <a:lstStyle/>
          <a:p>
            <a:pPr algn="l">
              <a:lnSpc>
                <a:spcPts val="10599"/>
              </a:lnSpc>
            </a:pPr>
            <a:r>
              <a:rPr lang="en-US" sz="9999" b="true">
                <a:solidFill>
                  <a:srgbClr val="4A2E2A"/>
                </a:solidFill>
                <a:latin typeface="Libra Serif Modern Bold"/>
                <a:ea typeface="Libra Serif Modern Bold"/>
                <a:cs typeface="Libra Serif Modern Bold"/>
                <a:sym typeface="Libra Serif Modern Bold"/>
              </a:rPr>
              <a:t>Conclus</a:t>
            </a:r>
            <a:r>
              <a:rPr lang="en-US" sz="9999" b="true">
                <a:solidFill>
                  <a:srgbClr val="4A2E2A"/>
                </a:solidFill>
                <a:latin typeface="Libra Serif Modern Bold"/>
                <a:ea typeface="Libra Serif Modern Bold"/>
                <a:cs typeface="Libra Serif Modern Bold"/>
                <a:sym typeface="Libra Serif Modern Bold"/>
              </a:rPr>
              <a:t>ion</a:t>
            </a:r>
          </a:p>
        </p:txBody>
      </p:sp>
      <p:sp>
        <p:nvSpPr>
          <p:cNvPr name="TextBox 6" id="6"/>
          <p:cNvSpPr txBox="true"/>
          <p:nvPr/>
        </p:nvSpPr>
        <p:spPr>
          <a:xfrm rot="0">
            <a:off x="1206445" y="2986492"/>
            <a:ext cx="7821413" cy="5794087"/>
          </a:xfrm>
          <a:prstGeom prst="rect">
            <a:avLst/>
          </a:prstGeom>
        </p:spPr>
        <p:txBody>
          <a:bodyPr anchor="t" rtlCol="false" tIns="0" lIns="0" bIns="0" rIns="0">
            <a:spAutoFit/>
          </a:bodyPr>
          <a:lstStyle/>
          <a:p>
            <a:pPr algn="just">
              <a:lnSpc>
                <a:spcPts val="3570"/>
              </a:lnSpc>
            </a:pPr>
            <a:r>
              <a:rPr lang="en-US" sz="2550">
                <a:solidFill>
                  <a:srgbClr val="563E3A"/>
                </a:solidFill>
                <a:latin typeface="Lato"/>
                <a:ea typeface="Lato"/>
                <a:cs typeface="Lato"/>
                <a:sym typeface="Lato"/>
              </a:rPr>
              <a:t>The E-Booking movie ticket booking system provides a simple, convenient, and user-friendly platform for booking movie tickets online. Users can browse movies, view details, select show timings and seats, and confirm their bookings. The system also includes features such as seat availability, booking history, and cancellation. Developed using HTML, CSS, and JavaScript, the project demonstrates how web technologies can be used to create an interactive and responsive booking system. In the future, the system can be enhanced with a database, online payment, and real-time booking services.</a:t>
            </a:r>
          </a:p>
          <a:p>
            <a:pPr algn="just">
              <a:lnSpc>
                <a:spcPts val="357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4E6"/>
        </a:solidFill>
      </p:bgPr>
    </p:bg>
    <p:spTree>
      <p:nvGrpSpPr>
        <p:cNvPr id="1" name=""/>
        <p:cNvGrpSpPr/>
        <p:nvPr/>
      </p:nvGrpSpPr>
      <p:grpSpPr>
        <a:xfrm>
          <a:off x="0" y="0"/>
          <a:ext cx="0" cy="0"/>
          <a:chOff x="0" y="0"/>
          <a:chExt cx="0" cy="0"/>
        </a:xfrm>
      </p:grpSpPr>
      <p:sp>
        <p:nvSpPr>
          <p:cNvPr name="TextBox 2" id="2"/>
          <p:cNvSpPr txBox="true"/>
          <p:nvPr/>
        </p:nvSpPr>
        <p:spPr>
          <a:xfrm rot="0">
            <a:off x="4866963" y="1425575"/>
            <a:ext cx="8228648" cy="1873261"/>
          </a:xfrm>
          <a:prstGeom prst="rect">
            <a:avLst/>
          </a:prstGeom>
        </p:spPr>
        <p:txBody>
          <a:bodyPr anchor="t" rtlCol="false" tIns="0" lIns="0" bIns="0" rIns="0">
            <a:spAutoFit/>
          </a:bodyPr>
          <a:lstStyle/>
          <a:p>
            <a:pPr algn="ctr">
              <a:lnSpc>
                <a:spcPts val="15399"/>
              </a:lnSpc>
            </a:pPr>
            <a:r>
              <a:rPr lang="en-US" sz="10999" b="true">
                <a:solidFill>
                  <a:srgbClr val="4A2E2A"/>
                </a:solidFill>
                <a:latin typeface="Canva Sans Bold"/>
                <a:ea typeface="Canva Sans Bold"/>
                <a:cs typeface="Canva Sans Bold"/>
                <a:sym typeface="Canva Sans Bold"/>
              </a:rPr>
              <a:t>THANK YOU</a:t>
            </a:r>
          </a:p>
        </p:txBody>
      </p:sp>
      <p:grpSp>
        <p:nvGrpSpPr>
          <p:cNvPr name="Group 3" id="3"/>
          <p:cNvGrpSpPr/>
          <p:nvPr/>
        </p:nvGrpSpPr>
        <p:grpSpPr>
          <a:xfrm rot="0">
            <a:off x="3029994" y="3885613"/>
            <a:ext cx="13075187" cy="4040952"/>
            <a:chOff x="0" y="0"/>
            <a:chExt cx="3443671" cy="1064284"/>
          </a:xfrm>
        </p:grpSpPr>
        <p:sp>
          <p:nvSpPr>
            <p:cNvPr name="Freeform 4" id="4"/>
            <p:cNvSpPr/>
            <p:nvPr/>
          </p:nvSpPr>
          <p:spPr>
            <a:xfrm flipH="false" flipV="false" rot="0">
              <a:off x="0" y="0"/>
              <a:ext cx="3443670" cy="1064284"/>
            </a:xfrm>
            <a:custGeom>
              <a:avLst/>
              <a:gdLst/>
              <a:ahLst/>
              <a:cxnLst/>
              <a:rect r="r" b="b" t="t" l="l"/>
              <a:pathLst>
                <a:path h="1064284" w="3443670">
                  <a:moveTo>
                    <a:pt x="30197" y="0"/>
                  </a:moveTo>
                  <a:lnTo>
                    <a:pt x="3413473" y="0"/>
                  </a:lnTo>
                  <a:cubicBezTo>
                    <a:pt x="3430151" y="0"/>
                    <a:pt x="3443670" y="13520"/>
                    <a:pt x="3443670" y="30197"/>
                  </a:cubicBezTo>
                  <a:lnTo>
                    <a:pt x="3443670" y="1034086"/>
                  </a:lnTo>
                  <a:cubicBezTo>
                    <a:pt x="3443670" y="1050764"/>
                    <a:pt x="3430151" y="1064284"/>
                    <a:pt x="3413473" y="1064284"/>
                  </a:cubicBezTo>
                  <a:lnTo>
                    <a:pt x="30197" y="1064284"/>
                  </a:lnTo>
                  <a:cubicBezTo>
                    <a:pt x="13520" y="1064284"/>
                    <a:pt x="0" y="1050764"/>
                    <a:pt x="0" y="1034086"/>
                  </a:cubicBezTo>
                  <a:lnTo>
                    <a:pt x="0" y="30197"/>
                  </a:lnTo>
                  <a:cubicBezTo>
                    <a:pt x="0" y="13520"/>
                    <a:pt x="13520" y="0"/>
                    <a:pt x="30197" y="0"/>
                  </a:cubicBezTo>
                  <a:close/>
                </a:path>
              </a:pathLst>
            </a:custGeom>
            <a:solidFill>
              <a:srgbClr val="CCBBA9"/>
            </a:solidFill>
          </p:spPr>
        </p:sp>
        <p:sp>
          <p:nvSpPr>
            <p:cNvPr name="TextBox 5" id="5"/>
            <p:cNvSpPr txBox="true"/>
            <p:nvPr/>
          </p:nvSpPr>
          <p:spPr>
            <a:xfrm>
              <a:off x="0" y="-66675"/>
              <a:ext cx="3443671" cy="1130959"/>
            </a:xfrm>
            <a:prstGeom prst="rect">
              <a:avLst/>
            </a:prstGeom>
          </p:spPr>
          <p:txBody>
            <a:bodyPr anchor="ctr" rtlCol="false" tIns="50800" lIns="50800" bIns="50800" rIns="50800"/>
            <a:lstStyle/>
            <a:p>
              <a:pPr algn="just">
                <a:lnSpc>
                  <a:spcPts val="4619"/>
                </a:lnSpc>
              </a:pPr>
            </a:p>
          </p:txBody>
        </p:sp>
      </p:grpSp>
      <p:sp>
        <p:nvSpPr>
          <p:cNvPr name="TextBox 6" id="6"/>
          <p:cNvSpPr txBox="true"/>
          <p:nvPr/>
        </p:nvSpPr>
        <p:spPr>
          <a:xfrm rot="0">
            <a:off x="3527809" y="4496443"/>
            <a:ext cx="12208209" cy="3105466"/>
          </a:xfrm>
          <a:prstGeom prst="rect">
            <a:avLst/>
          </a:prstGeom>
        </p:spPr>
        <p:txBody>
          <a:bodyPr anchor="t" rtlCol="false" tIns="0" lIns="0" bIns="0" rIns="0">
            <a:spAutoFit/>
          </a:bodyPr>
          <a:lstStyle/>
          <a:p>
            <a:pPr algn="ctr">
              <a:lnSpc>
                <a:spcPts val="3132"/>
              </a:lnSpc>
            </a:pPr>
            <a:r>
              <a:rPr lang="en-US" sz="2237" b="true">
                <a:solidFill>
                  <a:srgbClr val="4A2E2A"/>
                </a:solidFill>
                <a:latin typeface="Aptos Bold"/>
                <a:ea typeface="Aptos Bold"/>
                <a:cs typeface="Aptos Bold"/>
                <a:sym typeface="Aptos Bold"/>
              </a:rPr>
              <a:t>WEBSITE : </a:t>
            </a:r>
            <a:r>
              <a:rPr lang="en-US" b="true" sz="2237" u="sng">
                <a:solidFill>
                  <a:srgbClr val="4A2E2A"/>
                </a:solidFill>
                <a:latin typeface="Aptos Bold"/>
                <a:ea typeface="Aptos Bold"/>
                <a:cs typeface="Aptos Bold"/>
                <a:sym typeface="Aptos Bold"/>
                <a:hlinkClick r:id="rId2" tooltip="https://drive.google.com/file/d/1lmgF6yDv0hxulK1we2m8QG7IEN_dA2Wg/view?usp=drivesdk"/>
              </a:rPr>
              <a:t>https://e-booking00.github.io/E-Booking/#booking-history</a:t>
            </a:r>
          </a:p>
          <a:p>
            <a:pPr algn="ctr">
              <a:lnSpc>
                <a:spcPts val="3132"/>
              </a:lnSpc>
            </a:pPr>
          </a:p>
          <a:p>
            <a:pPr algn="ctr">
              <a:lnSpc>
                <a:spcPts val="3132"/>
              </a:lnSpc>
            </a:pPr>
            <a:r>
              <a:rPr lang="en-US" sz="2237" b="true">
                <a:solidFill>
                  <a:srgbClr val="4A2E2A"/>
                </a:solidFill>
                <a:latin typeface="Aptos Bold"/>
                <a:ea typeface="Aptos Bold"/>
                <a:cs typeface="Aptos Bold"/>
                <a:sym typeface="Aptos Bold"/>
              </a:rPr>
              <a:t>ABSTRACT : </a:t>
            </a:r>
            <a:r>
              <a:rPr lang="en-US" b="true" sz="2237" u="sng">
                <a:solidFill>
                  <a:srgbClr val="4A2E2A"/>
                </a:solidFill>
                <a:latin typeface="Aptos Bold"/>
                <a:ea typeface="Aptos Bold"/>
                <a:cs typeface="Aptos Bold"/>
                <a:sym typeface="Aptos Bold"/>
                <a:hlinkClick r:id="rId3" tooltip="https://drive.google.com/file/d/1lmgF6yDv0hxulK1we2m8QG7IEN_dA2Wg/view?usp=drivesdk"/>
              </a:rPr>
              <a:t>https://drive.google.com/file/d/1DJ8xmLhADITFvreV73cHDFqjPSwh-_iX/view?usp=drivesdk</a:t>
            </a:r>
          </a:p>
          <a:p>
            <a:pPr algn="ctr">
              <a:lnSpc>
                <a:spcPts val="3132"/>
              </a:lnSpc>
            </a:pPr>
          </a:p>
          <a:p>
            <a:pPr algn="ctr">
              <a:lnSpc>
                <a:spcPts val="3132"/>
              </a:lnSpc>
            </a:pPr>
            <a:r>
              <a:rPr lang="en-US" sz="2237" b="true">
                <a:solidFill>
                  <a:srgbClr val="4A2E2A"/>
                </a:solidFill>
                <a:latin typeface="Aptos Bold"/>
                <a:ea typeface="Aptos Bold"/>
                <a:cs typeface="Aptos Bold"/>
                <a:sym typeface="Aptos Bold"/>
              </a:rPr>
              <a:t>DOCUMENT : </a:t>
            </a:r>
            <a:r>
              <a:rPr lang="en-US" b="true" sz="2237" u="sng">
                <a:solidFill>
                  <a:srgbClr val="4A2E2A"/>
                </a:solidFill>
                <a:latin typeface="Aptos Bold"/>
                <a:ea typeface="Aptos Bold"/>
                <a:cs typeface="Aptos Bold"/>
                <a:sym typeface="Aptos Bold"/>
                <a:hlinkClick r:id="rId4" tooltip="https://drive.google.com/file/d/1lmgF6yDv0hxulK1we2m8QG7IEN_dA2Wg/view?usp=drivesdk"/>
              </a:rPr>
              <a:t>https://drive.google.com/file/d/1lmgF6yDv0hxulK1we2m8QG7IEN_dA2Wg/view?usp=drivesdk</a:t>
            </a:r>
          </a:p>
          <a:p>
            <a:pPr algn="ctr">
              <a:lnSpc>
                <a:spcPts val="3132"/>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DAHW36J_oBQ</dc:identifier>
  <dcterms:modified xsi:type="dcterms:W3CDTF">2011-08-01T06:04:30Z</dcterms:modified>
  <cp:revision>1</cp:revision>
  <dc:title>Black White and Brown Modern Movie Presentation</dc:title>
</cp:coreProperties>
</file>